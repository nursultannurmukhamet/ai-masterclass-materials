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jpeg" ContentType="image/jpe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8.xml" ContentType="application/vnd.openxmlformats-officedocument.presentationml.notesSlide+xml"/>
  <Override PartName="/ppt/slides/slide19.xml" ContentType="application/vnd.openxmlformats-officedocument.presentationml.slide+xml"/>
  <Override PartName="/ppt/notesSlides/notesSlide19.xml" ContentType="application/vnd.openxmlformats-officedocument.presentationml.notesSlide+xml"/>
  <Override PartName="/ppt/slides/slide20.xml" ContentType="application/vnd.openxmlformats-officedocument.presentationml.slide+xml"/>
  <Override PartName="/ppt/notesSlides/notesSlide20.xml" ContentType="application/vnd.openxmlformats-officedocument.presentationml.notesSlide+xml"/>
  <Override PartName="/ppt/slides/slide21.xml" ContentType="application/vnd.openxmlformats-officedocument.presentationml.slide+xml"/>
  <Override PartName="/ppt/notesSlides/notesSlide21.xml" ContentType="application/vnd.openxmlformats-officedocument.presentationml.notesSlide+xml"/>
  <Override PartName="/ppt/slides/slide22.xml" ContentType="application/vnd.openxmlformats-officedocument.presentationml.slide+xml"/>
  <Override PartName="/ppt/notesSlides/notesSlide22.xml" ContentType="application/vnd.openxmlformats-officedocument.presentationml.notesSlide+xml"/>
  <Override PartName="/ppt/slides/slide23.xml" ContentType="application/vnd.openxmlformats-officedocument.presentationml.slide+xml"/>
  <Override PartName="/ppt/notesSlides/notesSlide23.xml" ContentType="application/vnd.openxmlformats-officedocument.presentationml.notesSlide+xml"/>
  <Override PartName="/ppt/slides/slide24.xml" ContentType="application/vnd.openxmlformats-officedocument.presentationml.slide+xml"/>
  <Override PartName="/ppt/notesSlides/notesSlide24.xml" ContentType="application/vnd.openxmlformats-officedocument.presentationml.notesSlide+xml"/>
  <Override PartName="/ppt/slides/slide25.xml" ContentType="application/vnd.openxmlformats-officedocument.presentationml.slide+xml"/>
  <Override PartName="/ppt/notesSlides/notesSlide25.xml" ContentType="application/vnd.openxmlformats-officedocument.presentationml.notesSlide+xml"/>
  <Override PartName="/ppt/slides/slide26.xml" ContentType="application/vnd.openxmlformats-officedocument.presentationml.slide+xml"/>
  <Override PartName="/ppt/notesSlides/notesSlide26.xml" ContentType="application/vnd.openxmlformats-officedocument.presentationml.notesSlide+xml"/>
  <Override PartName="/ppt/slides/slide27.xml" ContentType="application/vnd.openxmlformats-officedocument.presentationml.slide+xml"/>
  <Override PartName="/ppt/notesSlides/notesSlide27.xml" ContentType="application/vnd.openxmlformats-officedocument.presentationml.notesSlide+xml"/>
  <Override PartName="/ppt/slides/slide28.xml" ContentType="application/vnd.openxmlformats-officedocument.presentationml.slide+xml"/>
  <Override PartName="/ppt/notesSlides/notesSlide28.xml" ContentType="application/vnd.openxmlformats-officedocument.presentationml.notesSlide+xml"/>
  <Override PartName="/ppt/slides/slide29.xml" ContentType="application/vnd.openxmlformats-officedocument.presentationml.slide+xml"/>
  <Override PartName="/ppt/notesSlides/notesSlide29.xml" ContentType="application/vnd.openxmlformats-officedocument.presentationml.notesSlide+xml"/>
  <Override PartName="/ppt/slides/slide30.xml" ContentType="application/vnd.openxmlformats-officedocument.presentationml.slide+xml"/>
  <Override PartName="/ppt/notesSlides/notesSlide30.xml" ContentType="application/vnd.openxmlformats-officedocument.presentationml.notesSlide+xml"/>
  <Override PartName="/ppt/slides/slide31.xml" ContentType="application/vnd.openxmlformats-officedocument.presentationml.slide+xml"/>
  <Override PartName="/ppt/notesSlides/notesSlide31.xml" ContentType="application/vnd.openxmlformats-officedocument.presentationml.notesSlide+xml"/>
  <Override PartName="/ppt/slides/slide32.xml" ContentType="application/vnd.openxmlformats-officedocument.presentationml.slide+xml"/>
  <Override PartName="/ppt/notesSlides/notesSlide32.xml" ContentType="application/vnd.openxmlformats-officedocument.presentationml.notesSlide+xml"/>
  <Override PartName="/ppt/slides/slide33.xml" ContentType="application/vnd.openxmlformats-officedocument.presentationml.slide+xml"/>
  <Override PartName="/ppt/notesSlides/notesSlide33.xml" ContentType="application/vnd.openxmlformats-officedocument.presentationml.notesSlide+xml"/>
  <Override PartName="/ppt/slides/slide34.xml" ContentType="application/vnd.openxmlformats-officedocument.presentationml.slide+xml"/>
  <Override PartName="/ppt/notesSlides/notesSlide34.xml" ContentType="application/vnd.openxmlformats-officedocument.presentationml.notesSlide+xml"/>
  <Override PartName="/ppt/slides/slide35.xml" ContentType="application/vnd.openxmlformats-officedocument.presentationml.slide+xml"/>
  <Override PartName="/ppt/notesSlides/notesSlide35.xml" ContentType="application/vnd.openxmlformats-officedocument.presentationml.notesSlide+xml"/>
  <Override PartName="/ppt/slides/slide36.xml" ContentType="application/vnd.openxmlformats-officedocument.presentationml.slide+xml"/>
  <Override PartName="/ppt/notesSlides/notesSlide36.xml" ContentType="application/vnd.openxmlformats-officedocument.presentationml.notesSlide+xml"/>
  <Override PartName="/ppt/slides/slide37.xml" ContentType="application/vnd.openxmlformats-officedocument.presentationml.slide+xml"/>
  <Override PartName="/ppt/notesSlides/notesSlide37.xml" ContentType="application/vnd.openxmlformats-officedocument.presentationml.notesSlide+xml"/>
  <Override PartName="/ppt/slides/slide38.xml" ContentType="application/vnd.openxmlformats-officedocument.presentationml.slide+xml"/>
  <Override PartName="/ppt/notesSlides/notesSlide38.xml" ContentType="application/vnd.openxmlformats-officedocument.presentationml.notesSlide+xml"/>
  <Override PartName="/ppt/slides/slide39.xml" ContentType="application/vnd.openxmlformats-officedocument.presentationml.slide+xml"/>
  <Override PartName="/ppt/notesSlides/notesSlide39.xml" ContentType="application/vnd.openxmlformats-officedocument.presentationml.notesSlide+xml"/>
  <Override PartName="/ppt/slides/slide40.xml" ContentType="application/vnd.openxmlformats-officedocument.presentationml.slide+xml"/>
  <Override PartName="/ppt/notesSlides/notesSlide40.xml" ContentType="application/vnd.openxmlformats-officedocument.presentationml.notesSlide+xml"/>
  <Override PartName="/ppt/slides/slide41.xml" ContentType="application/vnd.openxmlformats-officedocument.presentationml.slide+xml"/>
  <Override PartName="/ppt/notesSlides/notesSlide41.xml" ContentType="application/vnd.openxmlformats-officedocument.presentationml.notesSlide+xml"/>
  <Override PartName="/ppt/slides/slide42.xml" ContentType="application/vnd.openxmlformats-officedocument.presentationml.slide+xml"/>
  <Override PartName="/ppt/notesSlides/notesSlide42.xml" ContentType="application/vnd.openxmlformats-officedocument.presentationml.notesSlide+xml"/>
  <Override PartName="/ppt/slides/slide43.xml" ContentType="application/vnd.openxmlformats-officedocument.presentationml.slide+xml"/>
  <Override PartName="/ppt/notesSlides/notesSlide43.xml" ContentType="application/vnd.openxmlformats-officedocument.presentationml.notesSlide+xml"/>
  <Override PartName="/ppt/slides/slide44.xml" ContentType="application/vnd.openxmlformats-officedocument.presentationml.slide+xml"/>
  <Override PartName="/ppt/notesSlides/notesSlide44.xml" ContentType="application/vnd.openxmlformats-officedocument.presentationml.notesSlide+xml"/>
  <Override PartName="/ppt/slides/slide45.xml" ContentType="application/vnd.openxmlformats-officedocument.presentationml.slide+xml"/>
  <Override PartName="/ppt/notesSlides/notesSlide45.xml" ContentType="application/vnd.openxmlformats-officedocument.presentationml.notesSlide+xml"/>
  <Override PartName="/ppt/slides/slide46.xml" ContentType="application/vnd.openxmlformats-officedocument.presentationml.slide+xml"/>
  <Override PartName="/ppt/notesSlides/notesSlide46.xml" ContentType="application/vnd.openxmlformats-officedocument.presentationml.notesSlide+xml"/>
  <Override PartName="/ppt/slides/slide47.xml" ContentType="application/vnd.openxmlformats-officedocument.presentationml.slide+xml"/>
  <Override PartName="/ppt/notesSlides/notesSlide47.xml" ContentType="application/vnd.openxmlformats-officedocument.presentationml.notesSlide+xml"/>
  <Override PartName="/ppt/slides/slide48.xml" ContentType="application/vnd.openxmlformats-officedocument.presentationml.slide+xml"/>
  <Override PartName="/ppt/notesSlides/notesSlide48.xml" ContentType="application/vnd.openxmlformats-officedocument.presentationml.notesSlide+xml"/>
  <Override PartName="/ppt/slides/slide49.xml" ContentType="application/vnd.openxmlformats-officedocument.presentationml.slide+xml"/>
  <Override PartName="/ppt/notesSlides/notesSlide49.xml" ContentType="application/vnd.openxmlformats-officedocument.presentationml.notesSlide+xml"/>
  <Override PartName="/ppt/slides/slide50.xml" ContentType="application/vnd.openxmlformats-officedocument.presentationml.slide+xml"/>
  <Override PartName="/ppt/notesSlides/notesSlide50.xml" ContentType="application/vnd.openxmlformats-officedocument.presentationml.notesSlide+xml"/>
  <Override PartName="/ppt/slides/slide51.xml" ContentType="application/vnd.openxmlformats-officedocument.presentationml.slide+xml"/>
  <Override PartName="/ppt/notesSlides/notesSlide51.xml" ContentType="application/vnd.openxmlformats-officedocument.presentationml.notesSlide+xml"/>
  <Override PartName="/ppt/slides/slide52.xml" ContentType="application/vnd.openxmlformats-officedocument.presentationml.slide+xml"/>
  <Override PartName="/ppt/notesSlides/notesSlide52.xml" ContentType="application/vnd.openxmlformats-officedocument.presentationml.notesSlide+xml"/>
  <Override PartName="/ppt/slides/slide53.xml" ContentType="application/vnd.openxmlformats-officedocument.presentationml.slide+xml"/>
  <Override PartName="/ppt/notesSlides/notesSlide53.xml" ContentType="application/vnd.openxmlformats-officedocument.presentationml.notesSlide+xml"/>
  <Override PartName="/ppt/slides/slide54.xml" ContentType="application/vnd.openxmlformats-officedocument.presentationml.slide+xml"/>
  <Override PartName="/ppt/notesSlides/notesSlide54.xml" ContentType="application/vnd.openxmlformats-officedocument.presentationml.notesSlide+xml"/>
  <Override PartName="/ppt/slides/slide55.xml" ContentType="application/vnd.openxmlformats-officedocument.presentationml.slide+xml"/>
  <Override PartName="/ppt/notesSlides/notesSlide55.xml" ContentType="application/vnd.openxmlformats-officedocument.presentationml.notesSlide+xml"/>
  <Override PartName="/ppt/slides/slide56.xml" ContentType="application/vnd.openxmlformats-officedocument.presentationml.slide+xml"/>
  <Override PartName="/ppt/notesSlides/notesSlide56.xml" ContentType="application/vnd.openxmlformats-officedocument.presentationml.notesSlide+xml"/>
  <Override PartName="/ppt/slides/slide57.xml" ContentType="application/vnd.openxmlformats-officedocument.presentationml.slide+xml"/>
  <Override PartName="/ppt/notesSlides/notesSlide57.xml" ContentType="application/vnd.openxmlformats-officedocument.presentationml.notesSlide+xml"/>
  <Override PartName="/ppt/slides/slide58.xml" ContentType="application/vnd.openxmlformats-officedocument.presentationml.slide+xml"/>
  <Override PartName="/ppt/notesSlides/notesSlide58.xml" ContentType="application/vnd.openxmlformats-officedocument.presentationml.notesSlide+xml"/>
  <Override PartName="/ppt/slides/slide59.xml" ContentType="application/vnd.openxmlformats-officedocument.presentationml.slide+xml"/>
  <Override PartName="/ppt/notesSlides/notesSlide59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467818fa3c8e46a8" /><Relationship Type="http://schemas.openxmlformats.org/officeDocument/2006/relationships/extended-properties" Target="/docProps/app.xml" Id="R04307017f21b42a8" /><Relationship Type="http://schemas.openxmlformats.org/officeDocument/2006/relationships/officeDocument" Target="/ppt/presentation.xml" Id="R0ae79ae08e584a79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8380dc9bca1048ff"/>
  </p:sldMasterIdLst>
  <p:notesMasterIdLst>
    <p:notesMasterId xmlns:r="http://schemas.openxmlformats.org/officeDocument/2006/relationships" r:id="Rfd1bfa3ab2094200"/>
  </p:notesMasterIdLst>
  <p:sldIdLst>
    <p:sldId xmlns:r="http://schemas.openxmlformats.org/officeDocument/2006/relationships" id="256" r:id="R2cc0b0f3bb5f4c85"/>
    <p:sldId xmlns:r="http://schemas.openxmlformats.org/officeDocument/2006/relationships" id="257" r:id="R14c9b2f8549f4ba2"/>
    <p:sldId xmlns:r="http://schemas.openxmlformats.org/officeDocument/2006/relationships" id="258" r:id="Rfc6013f8fcf143cd"/>
    <p:sldId xmlns:r="http://schemas.openxmlformats.org/officeDocument/2006/relationships" id="259" r:id="Re1b207e304bc40ca"/>
    <p:sldId xmlns:r="http://schemas.openxmlformats.org/officeDocument/2006/relationships" id="260" r:id="R8248e84ef7eb4eeb"/>
    <p:sldId xmlns:r="http://schemas.openxmlformats.org/officeDocument/2006/relationships" id="261" r:id="Rce15603ac9b74b0e"/>
    <p:sldId xmlns:r="http://schemas.openxmlformats.org/officeDocument/2006/relationships" id="262" r:id="Rb5d770b609324234"/>
    <p:sldId xmlns:r="http://schemas.openxmlformats.org/officeDocument/2006/relationships" id="263" r:id="Re380931dda73498b"/>
    <p:sldId xmlns:r="http://schemas.openxmlformats.org/officeDocument/2006/relationships" id="264" r:id="Ra2cc0cfcf5e44484"/>
    <p:sldId xmlns:r="http://schemas.openxmlformats.org/officeDocument/2006/relationships" id="265" r:id="R861e1e57c01b4c02"/>
    <p:sldId xmlns:r="http://schemas.openxmlformats.org/officeDocument/2006/relationships" id="266" r:id="Ree9022f45bcf4c8a"/>
    <p:sldId xmlns:r="http://schemas.openxmlformats.org/officeDocument/2006/relationships" id="267" r:id="R8e1bdfec81ee40f0"/>
    <p:sldId xmlns:r="http://schemas.openxmlformats.org/officeDocument/2006/relationships" id="268" r:id="Rc265590181634689"/>
    <p:sldId xmlns:r="http://schemas.openxmlformats.org/officeDocument/2006/relationships" id="269" r:id="Rffa998dd0cd247d1"/>
    <p:sldId xmlns:r="http://schemas.openxmlformats.org/officeDocument/2006/relationships" id="270" r:id="Ra3881bf058934a30"/>
    <p:sldId xmlns:r="http://schemas.openxmlformats.org/officeDocument/2006/relationships" id="271" r:id="Re68b26bd0ea5490d"/>
    <p:sldId xmlns:r="http://schemas.openxmlformats.org/officeDocument/2006/relationships" id="272" r:id="R16d079b0aa3d4f22"/>
    <p:sldId xmlns:r="http://schemas.openxmlformats.org/officeDocument/2006/relationships" id="273" r:id="R1ad17d0d50e14ca7"/>
    <p:sldId xmlns:r="http://schemas.openxmlformats.org/officeDocument/2006/relationships" id="274" r:id="R38f7655b36cc42bf"/>
    <p:sldId xmlns:r="http://schemas.openxmlformats.org/officeDocument/2006/relationships" id="275" r:id="R7416ff60eceb4fa2"/>
    <p:sldId xmlns:r="http://schemas.openxmlformats.org/officeDocument/2006/relationships" id="276" r:id="R9b63a551ae844226"/>
    <p:sldId xmlns:r="http://schemas.openxmlformats.org/officeDocument/2006/relationships" id="277" r:id="R497a61ed809f498f"/>
    <p:sldId xmlns:r="http://schemas.openxmlformats.org/officeDocument/2006/relationships" id="278" r:id="R0b9f4500751d45b4"/>
    <p:sldId xmlns:r="http://schemas.openxmlformats.org/officeDocument/2006/relationships" id="279" r:id="R4f1414f70f634268"/>
    <p:sldId xmlns:r="http://schemas.openxmlformats.org/officeDocument/2006/relationships" id="280" r:id="Rb3f0d8210fd64619"/>
    <p:sldId xmlns:r="http://schemas.openxmlformats.org/officeDocument/2006/relationships" id="281" r:id="R374ccd5e29a846b4"/>
    <p:sldId xmlns:r="http://schemas.openxmlformats.org/officeDocument/2006/relationships" id="282" r:id="R752931a3c5fe4735"/>
    <p:sldId xmlns:r="http://schemas.openxmlformats.org/officeDocument/2006/relationships" id="283" r:id="R1ca7c6ea4a724c90"/>
    <p:sldId xmlns:r="http://schemas.openxmlformats.org/officeDocument/2006/relationships" id="284" r:id="Rada4708ff0374cd8"/>
    <p:sldId xmlns:r="http://schemas.openxmlformats.org/officeDocument/2006/relationships" id="285" r:id="R3b167cc4f5774f26"/>
    <p:sldId xmlns:r="http://schemas.openxmlformats.org/officeDocument/2006/relationships" id="286" r:id="R32b7bfd192c94910"/>
    <p:sldId xmlns:r="http://schemas.openxmlformats.org/officeDocument/2006/relationships" id="287" r:id="Rd441b3d7c63b4291"/>
    <p:sldId xmlns:r="http://schemas.openxmlformats.org/officeDocument/2006/relationships" id="288" r:id="R4d739e3c816f48e9"/>
    <p:sldId xmlns:r="http://schemas.openxmlformats.org/officeDocument/2006/relationships" id="289" r:id="R27291ea0f9f14fa3"/>
    <p:sldId xmlns:r="http://schemas.openxmlformats.org/officeDocument/2006/relationships" id="290" r:id="R5f26726551c44bd2"/>
    <p:sldId xmlns:r="http://schemas.openxmlformats.org/officeDocument/2006/relationships" id="291" r:id="R83e002e883fc4a19"/>
    <p:sldId xmlns:r="http://schemas.openxmlformats.org/officeDocument/2006/relationships" id="292" r:id="Re80e6b1186134171"/>
    <p:sldId xmlns:r="http://schemas.openxmlformats.org/officeDocument/2006/relationships" id="293" r:id="R3a7e7a467c7a411b"/>
    <p:sldId xmlns:r="http://schemas.openxmlformats.org/officeDocument/2006/relationships" id="294" r:id="Rfcaa7fd783a2427b"/>
    <p:sldId xmlns:r="http://schemas.openxmlformats.org/officeDocument/2006/relationships" id="295" r:id="R21353e3f9ebe4914"/>
    <p:sldId xmlns:r="http://schemas.openxmlformats.org/officeDocument/2006/relationships" id="296" r:id="R4bb04bfa0c9a45f0"/>
    <p:sldId xmlns:r="http://schemas.openxmlformats.org/officeDocument/2006/relationships" id="297" r:id="R56ddaa16f0f24a0b"/>
    <p:sldId xmlns:r="http://schemas.openxmlformats.org/officeDocument/2006/relationships" id="298" r:id="R78121df18e6a4052"/>
    <p:sldId xmlns:r="http://schemas.openxmlformats.org/officeDocument/2006/relationships" id="299" r:id="Re71bfcfd549e498a"/>
    <p:sldId xmlns:r="http://schemas.openxmlformats.org/officeDocument/2006/relationships" id="300" r:id="Rc5978ab41dda461e"/>
    <p:sldId xmlns:r="http://schemas.openxmlformats.org/officeDocument/2006/relationships" id="301" r:id="R97296f079ec54200"/>
    <p:sldId xmlns:r="http://schemas.openxmlformats.org/officeDocument/2006/relationships" id="302" r:id="Rc8b188c3b8544646"/>
    <p:sldId xmlns:r="http://schemas.openxmlformats.org/officeDocument/2006/relationships" id="303" r:id="R4ccf6fed9a5f4a81"/>
    <p:sldId xmlns:r="http://schemas.openxmlformats.org/officeDocument/2006/relationships" id="304" r:id="R292bc7473ceb4bca"/>
    <p:sldId xmlns:r="http://schemas.openxmlformats.org/officeDocument/2006/relationships" id="305" r:id="Rdc93e890c57c437c"/>
    <p:sldId xmlns:r="http://schemas.openxmlformats.org/officeDocument/2006/relationships" id="306" r:id="R251cb4056d45400a"/>
    <p:sldId xmlns:r="http://schemas.openxmlformats.org/officeDocument/2006/relationships" id="307" r:id="Rbb9514350895476d"/>
    <p:sldId xmlns:r="http://schemas.openxmlformats.org/officeDocument/2006/relationships" id="308" r:id="R6d7b12093e834bf6"/>
    <p:sldId xmlns:r="http://schemas.openxmlformats.org/officeDocument/2006/relationships" id="309" r:id="R55048b5bb71249e5"/>
    <p:sldId xmlns:r="http://schemas.openxmlformats.org/officeDocument/2006/relationships" id="310" r:id="R4668cb67affd45c7"/>
    <p:sldId xmlns:r="http://schemas.openxmlformats.org/officeDocument/2006/relationships" id="311" r:id="R4a32b454d6ce4e67"/>
    <p:sldId xmlns:r="http://schemas.openxmlformats.org/officeDocument/2006/relationships" id="312" r:id="Rfbf0d1237ca142d9"/>
    <p:sldId xmlns:r="http://schemas.openxmlformats.org/officeDocument/2006/relationships" id="313" r:id="R951732cc10b24403"/>
    <p:sldId xmlns:r="http://schemas.openxmlformats.org/officeDocument/2006/relationships" id="314" r:id="Rf4b5ba72154f4133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slideViewPr>
    <p:cSldViewPr snapToGrid="0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  <p:gridSpacing cx="72008" cy="72008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f6f9365a948f4209" /><Relationship Type="http://schemas.openxmlformats.org/officeDocument/2006/relationships/slideMaster" Target="/ppt/slideMasters/slideMaster1.xml" Id="R8380dc9bca1048ff" /><Relationship Type="http://schemas.openxmlformats.org/officeDocument/2006/relationships/notesMaster" Target="/ppt/notesMasters/notesMaster1.xml" Id="Rfd1bfa3ab2094200" /><Relationship Type="http://schemas.openxmlformats.org/officeDocument/2006/relationships/presProps" Target="/ppt/presProps.xml" Id="Rb52bb7c4ecb34097" /><Relationship Type="http://schemas.openxmlformats.org/officeDocument/2006/relationships/viewProps" Target="/ppt/viewProps.xml" Id="Re065bb49944a4b3f" /><Relationship Type="http://schemas.openxmlformats.org/officeDocument/2006/relationships/tableStyles" Target="/ppt/tableStyles.xml" Id="R8fab11d8eb1b443f" /><Relationship Type="http://schemas.openxmlformats.org/officeDocument/2006/relationships/slide" Target="/ppt/slides/slide1.xml" Id="R2cc0b0f3bb5f4c85" /><Relationship Type="http://schemas.openxmlformats.org/officeDocument/2006/relationships/slide" Target="/ppt/slides/slide2.xml" Id="R14c9b2f8549f4ba2" /><Relationship Type="http://schemas.openxmlformats.org/officeDocument/2006/relationships/slide" Target="/ppt/slides/slide3.xml" Id="Rfc6013f8fcf143cd" /><Relationship Type="http://schemas.openxmlformats.org/officeDocument/2006/relationships/slide" Target="/ppt/slides/slide4.xml" Id="Re1b207e304bc40ca" /><Relationship Type="http://schemas.openxmlformats.org/officeDocument/2006/relationships/slide" Target="/ppt/slides/slide5.xml" Id="R8248e84ef7eb4eeb" /><Relationship Type="http://schemas.openxmlformats.org/officeDocument/2006/relationships/slide" Target="/ppt/slides/slide6.xml" Id="Rce15603ac9b74b0e" /><Relationship Type="http://schemas.openxmlformats.org/officeDocument/2006/relationships/slide" Target="/ppt/slides/slide7.xml" Id="Rb5d770b609324234" /><Relationship Type="http://schemas.openxmlformats.org/officeDocument/2006/relationships/slide" Target="/ppt/slides/slide8.xml" Id="Re380931dda73498b" /><Relationship Type="http://schemas.openxmlformats.org/officeDocument/2006/relationships/slide" Target="/ppt/slides/slide9.xml" Id="Ra2cc0cfcf5e44484" /><Relationship Type="http://schemas.openxmlformats.org/officeDocument/2006/relationships/slide" Target="/ppt/slides/slide10.xml" Id="R861e1e57c01b4c02" /><Relationship Type="http://schemas.openxmlformats.org/officeDocument/2006/relationships/slide" Target="/ppt/slides/slide11.xml" Id="Ree9022f45bcf4c8a" /><Relationship Type="http://schemas.openxmlformats.org/officeDocument/2006/relationships/slide" Target="/ppt/slides/slide12.xml" Id="R8e1bdfec81ee40f0" /><Relationship Type="http://schemas.openxmlformats.org/officeDocument/2006/relationships/slide" Target="/ppt/slides/slide13.xml" Id="Rc265590181634689" /><Relationship Type="http://schemas.openxmlformats.org/officeDocument/2006/relationships/slide" Target="/ppt/slides/slide14.xml" Id="Rffa998dd0cd247d1" /><Relationship Type="http://schemas.openxmlformats.org/officeDocument/2006/relationships/slide" Target="/ppt/slides/slide15.xml" Id="Ra3881bf058934a30" /><Relationship Type="http://schemas.openxmlformats.org/officeDocument/2006/relationships/slide" Target="/ppt/slides/slide16.xml" Id="Re68b26bd0ea5490d" /><Relationship Type="http://schemas.openxmlformats.org/officeDocument/2006/relationships/slide" Target="/ppt/slides/slide17.xml" Id="R16d079b0aa3d4f22" /><Relationship Type="http://schemas.openxmlformats.org/officeDocument/2006/relationships/slide" Target="/ppt/slides/slide18.xml" Id="R1ad17d0d50e14ca7" /><Relationship Type="http://schemas.openxmlformats.org/officeDocument/2006/relationships/slide" Target="/ppt/slides/slide19.xml" Id="R38f7655b36cc42bf" /><Relationship Type="http://schemas.openxmlformats.org/officeDocument/2006/relationships/slide" Target="/ppt/slides/slide20.xml" Id="R7416ff60eceb4fa2" /><Relationship Type="http://schemas.openxmlformats.org/officeDocument/2006/relationships/slide" Target="/ppt/slides/slide21.xml" Id="R9b63a551ae844226" /><Relationship Type="http://schemas.openxmlformats.org/officeDocument/2006/relationships/slide" Target="/ppt/slides/slide22.xml" Id="R497a61ed809f498f" /><Relationship Type="http://schemas.openxmlformats.org/officeDocument/2006/relationships/slide" Target="/ppt/slides/slide23.xml" Id="R0b9f4500751d45b4" /><Relationship Type="http://schemas.openxmlformats.org/officeDocument/2006/relationships/slide" Target="/ppt/slides/slide24.xml" Id="R4f1414f70f634268" /><Relationship Type="http://schemas.openxmlformats.org/officeDocument/2006/relationships/slide" Target="/ppt/slides/slide25.xml" Id="Rb3f0d8210fd64619" /><Relationship Type="http://schemas.openxmlformats.org/officeDocument/2006/relationships/slide" Target="/ppt/slides/slide26.xml" Id="R374ccd5e29a846b4" /><Relationship Type="http://schemas.openxmlformats.org/officeDocument/2006/relationships/slide" Target="/ppt/slides/slide27.xml" Id="R752931a3c5fe4735" /><Relationship Type="http://schemas.openxmlformats.org/officeDocument/2006/relationships/slide" Target="/ppt/slides/slide28.xml" Id="R1ca7c6ea4a724c90" /><Relationship Type="http://schemas.openxmlformats.org/officeDocument/2006/relationships/slide" Target="/ppt/slides/slide29.xml" Id="Rada4708ff0374cd8" /><Relationship Type="http://schemas.openxmlformats.org/officeDocument/2006/relationships/slide" Target="/ppt/slides/slide30.xml" Id="R3b167cc4f5774f26" /><Relationship Type="http://schemas.openxmlformats.org/officeDocument/2006/relationships/slide" Target="/ppt/slides/slide31.xml" Id="R32b7bfd192c94910" /><Relationship Type="http://schemas.openxmlformats.org/officeDocument/2006/relationships/slide" Target="/ppt/slides/slide32.xml" Id="Rd441b3d7c63b4291" /><Relationship Type="http://schemas.openxmlformats.org/officeDocument/2006/relationships/slide" Target="/ppt/slides/slide33.xml" Id="R4d739e3c816f48e9" /><Relationship Type="http://schemas.openxmlformats.org/officeDocument/2006/relationships/slide" Target="/ppt/slides/slide34.xml" Id="R27291ea0f9f14fa3" /><Relationship Type="http://schemas.openxmlformats.org/officeDocument/2006/relationships/slide" Target="/ppt/slides/slide35.xml" Id="R5f26726551c44bd2" /><Relationship Type="http://schemas.openxmlformats.org/officeDocument/2006/relationships/slide" Target="/ppt/slides/slide36.xml" Id="R83e002e883fc4a19" /><Relationship Type="http://schemas.openxmlformats.org/officeDocument/2006/relationships/slide" Target="/ppt/slides/slide37.xml" Id="Re80e6b1186134171" /><Relationship Type="http://schemas.openxmlformats.org/officeDocument/2006/relationships/slide" Target="/ppt/slides/slide38.xml" Id="R3a7e7a467c7a411b" /><Relationship Type="http://schemas.openxmlformats.org/officeDocument/2006/relationships/slide" Target="/ppt/slides/slide39.xml" Id="Rfcaa7fd783a2427b" /><Relationship Type="http://schemas.openxmlformats.org/officeDocument/2006/relationships/slide" Target="/ppt/slides/slide40.xml" Id="R21353e3f9ebe4914" /><Relationship Type="http://schemas.openxmlformats.org/officeDocument/2006/relationships/slide" Target="/ppt/slides/slide41.xml" Id="R4bb04bfa0c9a45f0" /><Relationship Type="http://schemas.openxmlformats.org/officeDocument/2006/relationships/slide" Target="/ppt/slides/slide42.xml" Id="R56ddaa16f0f24a0b" /><Relationship Type="http://schemas.openxmlformats.org/officeDocument/2006/relationships/slide" Target="/ppt/slides/slide43.xml" Id="R78121df18e6a4052" /><Relationship Type="http://schemas.openxmlformats.org/officeDocument/2006/relationships/slide" Target="/ppt/slides/slide44.xml" Id="Re71bfcfd549e498a" /><Relationship Type="http://schemas.openxmlformats.org/officeDocument/2006/relationships/slide" Target="/ppt/slides/slide45.xml" Id="Rc5978ab41dda461e" /><Relationship Type="http://schemas.openxmlformats.org/officeDocument/2006/relationships/slide" Target="/ppt/slides/slide46.xml" Id="R97296f079ec54200" /><Relationship Type="http://schemas.openxmlformats.org/officeDocument/2006/relationships/slide" Target="/ppt/slides/slide47.xml" Id="Rc8b188c3b8544646" /><Relationship Type="http://schemas.openxmlformats.org/officeDocument/2006/relationships/slide" Target="/ppt/slides/slide48.xml" Id="R4ccf6fed9a5f4a81" /><Relationship Type="http://schemas.openxmlformats.org/officeDocument/2006/relationships/slide" Target="/ppt/slides/slide49.xml" Id="R292bc7473ceb4bca" /><Relationship Type="http://schemas.openxmlformats.org/officeDocument/2006/relationships/slide" Target="/ppt/slides/slide50.xml" Id="Rdc93e890c57c437c" /><Relationship Type="http://schemas.openxmlformats.org/officeDocument/2006/relationships/slide" Target="/ppt/slides/slide51.xml" Id="R251cb4056d45400a" /><Relationship Type="http://schemas.openxmlformats.org/officeDocument/2006/relationships/slide" Target="/ppt/slides/slide52.xml" Id="Rbb9514350895476d" /><Relationship Type="http://schemas.openxmlformats.org/officeDocument/2006/relationships/slide" Target="/ppt/slides/slide53.xml" Id="R6d7b12093e834bf6" /><Relationship Type="http://schemas.openxmlformats.org/officeDocument/2006/relationships/slide" Target="/ppt/slides/slide54.xml" Id="R55048b5bb71249e5" /><Relationship Type="http://schemas.openxmlformats.org/officeDocument/2006/relationships/slide" Target="/ppt/slides/slide55.xml" Id="R4668cb67affd45c7" /><Relationship Type="http://schemas.openxmlformats.org/officeDocument/2006/relationships/slide" Target="/ppt/slides/slide56.xml" Id="R4a32b454d6ce4e67" /><Relationship Type="http://schemas.openxmlformats.org/officeDocument/2006/relationships/slide" Target="/ppt/slides/slide57.xml" Id="Rfbf0d1237ca142d9" /><Relationship Type="http://schemas.openxmlformats.org/officeDocument/2006/relationships/slide" Target="/ppt/slides/slide58.xml" Id="R951732cc10b24403" /><Relationship Type="http://schemas.openxmlformats.org/officeDocument/2006/relationships/slide" Target="/ppt/slides/slide59.xml" Id="Rf4b5ba72154f4133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a43cb61799a14722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fbc16e4e2f174673" /><Relationship Type="http://schemas.openxmlformats.org/officeDocument/2006/relationships/notesMaster" Target="/ppt/notesMasters/notesMaster1.xml" Id="Rc32b8ff91ef345ec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b4bf7ce2aadf47a4" /><Relationship Type="http://schemas.openxmlformats.org/officeDocument/2006/relationships/notesMaster" Target="/ppt/notesMasters/notesMaster1.xml" Id="R67efaed603404f27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99d3f2f0a9a146be" /><Relationship Type="http://schemas.openxmlformats.org/officeDocument/2006/relationships/notesMaster" Target="/ppt/notesMasters/notesMaster1.xml" Id="R985f6085c35f4787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fe45df0ac26c44bd" /><Relationship Type="http://schemas.openxmlformats.org/officeDocument/2006/relationships/notesMaster" Target="/ppt/notesMasters/notesMaster1.xml" Id="Rb3eda09cc2f44559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8a7ba4880d1a43c2" /><Relationship Type="http://schemas.openxmlformats.org/officeDocument/2006/relationships/notesMaster" Target="/ppt/notesMasters/notesMaster1.xml" Id="Ra7b84186452e4961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11b75c0b595f4cb7" /><Relationship Type="http://schemas.openxmlformats.org/officeDocument/2006/relationships/notesMaster" Target="/ppt/notesMasters/notesMaster1.xml" Id="Re787600307fe4ea2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f77c5fa92b704ebf" /><Relationship Type="http://schemas.openxmlformats.org/officeDocument/2006/relationships/notesMaster" Target="/ppt/notesMasters/notesMaster1.xml" Id="R1cfb718f2a43497b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7aadb46d61de450a" /><Relationship Type="http://schemas.openxmlformats.org/officeDocument/2006/relationships/notesMaster" Target="/ppt/notesMasters/notesMaster1.xml" Id="Rbc3bf43dbc5e432b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77a2018bcf634a57" /><Relationship Type="http://schemas.openxmlformats.org/officeDocument/2006/relationships/notesMaster" Target="/ppt/notesMasters/notesMaster1.xml" Id="Rd1d253681d844eed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f4c36f7e4a20426e" /><Relationship Type="http://schemas.openxmlformats.org/officeDocument/2006/relationships/notesMaster" Target="/ppt/notesMasters/notesMaster1.xml" Id="R020c6b4785624a33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2e46584f621f4cbf" /><Relationship Type="http://schemas.openxmlformats.org/officeDocument/2006/relationships/notesMaster" Target="/ppt/notesMasters/notesMaster1.xml" Id="R013963c20db94622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bee37b2c9f3644d8" /><Relationship Type="http://schemas.openxmlformats.org/officeDocument/2006/relationships/notesMaster" Target="/ppt/notesMasters/notesMaster1.xml" Id="Rdb5f0c949c0c48e6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0334881812d44515" /><Relationship Type="http://schemas.openxmlformats.org/officeDocument/2006/relationships/notesMaster" Target="/ppt/notesMasters/notesMaster1.xml" Id="R07d8ac9a313a4a74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e459a6b2c69143e0" /><Relationship Type="http://schemas.openxmlformats.org/officeDocument/2006/relationships/notesMaster" Target="/ppt/notesMasters/notesMaster1.xml" Id="R9cf6d29afdd94d01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a5525549d2ae4045" /><Relationship Type="http://schemas.openxmlformats.org/officeDocument/2006/relationships/notesMaster" Target="/ppt/notesMasters/notesMaster1.xml" Id="R685f5cde9e5042eb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65f61d33f7a140aa" /><Relationship Type="http://schemas.openxmlformats.org/officeDocument/2006/relationships/notesMaster" Target="/ppt/notesMasters/notesMaster1.xml" Id="R52dde11202ef4411" /></Relationships>
</file>

<file path=ppt/notesSlides/_rels/notesSlide17.xml.rels>&#65279;<?xml version="1.0" encoding="utf-8"?><Relationships xmlns="http://schemas.openxmlformats.org/package/2006/relationships"><Relationship Type="http://schemas.openxmlformats.org/officeDocument/2006/relationships/slide" Target="/ppt/slides/slide17.xml" Id="Rb19c22bc16a74dd5" /><Relationship Type="http://schemas.openxmlformats.org/officeDocument/2006/relationships/notesMaster" Target="/ppt/notesMasters/notesMaster1.xml" Id="R993e636e92c34ba7" /></Relationships>
</file>

<file path=ppt/notesSlides/_rels/notesSlide18.xml.rels>&#65279;<?xml version="1.0" encoding="utf-8"?><Relationships xmlns="http://schemas.openxmlformats.org/package/2006/relationships"><Relationship Type="http://schemas.openxmlformats.org/officeDocument/2006/relationships/slide" Target="/ppt/slides/slide18.xml" Id="R8e50e7a00da14492" /><Relationship Type="http://schemas.openxmlformats.org/officeDocument/2006/relationships/notesMaster" Target="/ppt/notesMasters/notesMaster1.xml" Id="R391216b438a74f69" /></Relationships>
</file>

<file path=ppt/notesSlides/_rels/notesSlide19.xml.rels>&#65279;<?xml version="1.0" encoding="utf-8"?><Relationships xmlns="http://schemas.openxmlformats.org/package/2006/relationships"><Relationship Type="http://schemas.openxmlformats.org/officeDocument/2006/relationships/slide" Target="/ppt/slides/slide19.xml" Id="R3887f38cac374fd4" /><Relationship Type="http://schemas.openxmlformats.org/officeDocument/2006/relationships/notesMaster" Target="/ppt/notesMasters/notesMaster1.xml" Id="Ref90452a344e4903" /></Relationships>
</file>

<file path=ppt/notesSlides/_rels/notesSlide20.xml.rels>&#65279;<?xml version="1.0" encoding="utf-8"?><Relationships xmlns="http://schemas.openxmlformats.org/package/2006/relationships"><Relationship Type="http://schemas.openxmlformats.org/officeDocument/2006/relationships/slide" Target="/ppt/slides/slide20.xml" Id="R939b6825d3fa48c4" /><Relationship Type="http://schemas.openxmlformats.org/officeDocument/2006/relationships/notesMaster" Target="/ppt/notesMasters/notesMaster1.xml" Id="R139830ade9c54ee6" /></Relationships>
</file>

<file path=ppt/notesSlides/_rels/notesSlide21.xml.rels>&#65279;<?xml version="1.0" encoding="utf-8"?><Relationships xmlns="http://schemas.openxmlformats.org/package/2006/relationships"><Relationship Type="http://schemas.openxmlformats.org/officeDocument/2006/relationships/slide" Target="/ppt/slides/slide21.xml" Id="Rc6f90112018b47ee" /><Relationship Type="http://schemas.openxmlformats.org/officeDocument/2006/relationships/notesMaster" Target="/ppt/notesMasters/notesMaster1.xml" Id="R868ebc6fd22d43e5" /></Relationships>
</file>

<file path=ppt/notesSlides/_rels/notesSlide22.xml.rels>&#65279;<?xml version="1.0" encoding="utf-8"?><Relationships xmlns="http://schemas.openxmlformats.org/package/2006/relationships"><Relationship Type="http://schemas.openxmlformats.org/officeDocument/2006/relationships/slide" Target="/ppt/slides/slide22.xml" Id="R6204c7d989d248d7" /><Relationship Type="http://schemas.openxmlformats.org/officeDocument/2006/relationships/notesMaster" Target="/ppt/notesMasters/notesMaster1.xml" Id="R80b4a14b32a441c2" /></Relationships>
</file>

<file path=ppt/notesSlides/_rels/notesSlide23.xml.rels>&#65279;<?xml version="1.0" encoding="utf-8"?><Relationships xmlns="http://schemas.openxmlformats.org/package/2006/relationships"><Relationship Type="http://schemas.openxmlformats.org/officeDocument/2006/relationships/slide" Target="/ppt/slides/slide23.xml" Id="R21b39e0c1776440c" /><Relationship Type="http://schemas.openxmlformats.org/officeDocument/2006/relationships/notesMaster" Target="/ppt/notesMasters/notesMaster1.xml" Id="R1303d2ef1ea642b2" /></Relationships>
</file>

<file path=ppt/notesSlides/_rels/notesSlide24.xml.rels>&#65279;<?xml version="1.0" encoding="utf-8"?><Relationships xmlns="http://schemas.openxmlformats.org/package/2006/relationships"><Relationship Type="http://schemas.openxmlformats.org/officeDocument/2006/relationships/slide" Target="/ppt/slides/slide24.xml" Id="R2e81e0233cfe40f7" /><Relationship Type="http://schemas.openxmlformats.org/officeDocument/2006/relationships/notesMaster" Target="/ppt/notesMasters/notesMaster1.xml" Id="R3144c884aef1446f" /></Relationships>
</file>

<file path=ppt/notesSlides/_rels/notesSlide25.xml.rels>&#65279;<?xml version="1.0" encoding="utf-8"?><Relationships xmlns="http://schemas.openxmlformats.org/package/2006/relationships"><Relationship Type="http://schemas.openxmlformats.org/officeDocument/2006/relationships/slide" Target="/ppt/slides/slide25.xml" Id="R0e34a04d5fc54981" /><Relationship Type="http://schemas.openxmlformats.org/officeDocument/2006/relationships/notesMaster" Target="/ppt/notesMasters/notesMaster1.xml" Id="R4501a59c2b0a49ec" /></Relationships>
</file>

<file path=ppt/notesSlides/_rels/notesSlide26.xml.rels>&#65279;<?xml version="1.0" encoding="utf-8"?><Relationships xmlns="http://schemas.openxmlformats.org/package/2006/relationships"><Relationship Type="http://schemas.openxmlformats.org/officeDocument/2006/relationships/slide" Target="/ppt/slides/slide26.xml" Id="Rd4f96b1548f547f9" /><Relationship Type="http://schemas.openxmlformats.org/officeDocument/2006/relationships/notesMaster" Target="/ppt/notesMasters/notesMaster1.xml" Id="R89a1ed3e29254bc7" /></Relationships>
</file>

<file path=ppt/notesSlides/_rels/notesSlide27.xml.rels>&#65279;<?xml version="1.0" encoding="utf-8"?><Relationships xmlns="http://schemas.openxmlformats.org/package/2006/relationships"><Relationship Type="http://schemas.openxmlformats.org/officeDocument/2006/relationships/slide" Target="/ppt/slides/slide27.xml" Id="R283353a4bf404c2d" /><Relationship Type="http://schemas.openxmlformats.org/officeDocument/2006/relationships/notesMaster" Target="/ppt/notesMasters/notesMaster1.xml" Id="R61329c25c1604954" /></Relationships>
</file>

<file path=ppt/notesSlides/_rels/notesSlide28.xml.rels>&#65279;<?xml version="1.0" encoding="utf-8"?><Relationships xmlns="http://schemas.openxmlformats.org/package/2006/relationships"><Relationship Type="http://schemas.openxmlformats.org/officeDocument/2006/relationships/slide" Target="/ppt/slides/slide28.xml" Id="R1fd63a2b370e4dc9" /><Relationship Type="http://schemas.openxmlformats.org/officeDocument/2006/relationships/notesMaster" Target="/ppt/notesMasters/notesMaster1.xml" Id="R4a1e436aafd34548" /></Relationships>
</file>

<file path=ppt/notesSlides/_rels/notesSlide29.xml.rels>&#65279;<?xml version="1.0" encoding="utf-8"?><Relationships xmlns="http://schemas.openxmlformats.org/package/2006/relationships"><Relationship Type="http://schemas.openxmlformats.org/officeDocument/2006/relationships/slide" Target="/ppt/slides/slide29.xml" Id="R9dc99e6b135e49f8" /><Relationship Type="http://schemas.openxmlformats.org/officeDocument/2006/relationships/notesMaster" Target="/ppt/notesMasters/notesMaster1.xml" Id="R9663fff5579c403e" /></Relationships>
</file>

<file path=ppt/notesSlides/_rels/notesSlide30.xml.rels>&#65279;<?xml version="1.0" encoding="utf-8"?><Relationships xmlns="http://schemas.openxmlformats.org/package/2006/relationships"><Relationship Type="http://schemas.openxmlformats.org/officeDocument/2006/relationships/slide" Target="/ppt/slides/slide30.xml" Id="Ra66f764fc35b4523" /><Relationship Type="http://schemas.openxmlformats.org/officeDocument/2006/relationships/notesMaster" Target="/ppt/notesMasters/notesMaster1.xml" Id="Rd6fb146a6708416b" /></Relationships>
</file>

<file path=ppt/notesSlides/_rels/notesSlide31.xml.rels>&#65279;<?xml version="1.0" encoding="utf-8"?><Relationships xmlns="http://schemas.openxmlformats.org/package/2006/relationships"><Relationship Type="http://schemas.openxmlformats.org/officeDocument/2006/relationships/slide" Target="/ppt/slides/slide31.xml" Id="R122f3486e9904caf" /><Relationship Type="http://schemas.openxmlformats.org/officeDocument/2006/relationships/notesMaster" Target="/ppt/notesMasters/notesMaster1.xml" Id="R92625d8b5b6344fb" /></Relationships>
</file>

<file path=ppt/notesSlides/_rels/notesSlide32.xml.rels>&#65279;<?xml version="1.0" encoding="utf-8"?><Relationships xmlns="http://schemas.openxmlformats.org/package/2006/relationships"><Relationship Type="http://schemas.openxmlformats.org/officeDocument/2006/relationships/slide" Target="/ppt/slides/slide32.xml" Id="Rda2f4d6c3c324f2a" /><Relationship Type="http://schemas.openxmlformats.org/officeDocument/2006/relationships/notesMaster" Target="/ppt/notesMasters/notesMaster1.xml" Id="Re217233cfb934438" /></Relationships>
</file>

<file path=ppt/notesSlides/_rels/notesSlide33.xml.rels>&#65279;<?xml version="1.0" encoding="utf-8"?><Relationships xmlns="http://schemas.openxmlformats.org/package/2006/relationships"><Relationship Type="http://schemas.openxmlformats.org/officeDocument/2006/relationships/slide" Target="/ppt/slides/slide33.xml" Id="Rc33166cf9831411d" /><Relationship Type="http://schemas.openxmlformats.org/officeDocument/2006/relationships/notesMaster" Target="/ppt/notesMasters/notesMaster1.xml" Id="R213a1104003945b5" /></Relationships>
</file>

<file path=ppt/notesSlides/_rels/notesSlide34.xml.rels>&#65279;<?xml version="1.0" encoding="utf-8"?><Relationships xmlns="http://schemas.openxmlformats.org/package/2006/relationships"><Relationship Type="http://schemas.openxmlformats.org/officeDocument/2006/relationships/slide" Target="/ppt/slides/slide34.xml" Id="Rf3d724867204499e" /><Relationship Type="http://schemas.openxmlformats.org/officeDocument/2006/relationships/notesMaster" Target="/ppt/notesMasters/notesMaster1.xml" Id="R3344621cf3f44753" /></Relationships>
</file>

<file path=ppt/notesSlides/_rels/notesSlide35.xml.rels>&#65279;<?xml version="1.0" encoding="utf-8"?><Relationships xmlns="http://schemas.openxmlformats.org/package/2006/relationships"><Relationship Type="http://schemas.openxmlformats.org/officeDocument/2006/relationships/slide" Target="/ppt/slides/slide35.xml" Id="R61120dd38727477e" /><Relationship Type="http://schemas.openxmlformats.org/officeDocument/2006/relationships/notesMaster" Target="/ppt/notesMasters/notesMaster1.xml" Id="R769d319e57634266" /></Relationships>
</file>

<file path=ppt/notesSlides/_rels/notesSlide36.xml.rels>&#65279;<?xml version="1.0" encoding="utf-8"?><Relationships xmlns="http://schemas.openxmlformats.org/package/2006/relationships"><Relationship Type="http://schemas.openxmlformats.org/officeDocument/2006/relationships/slide" Target="/ppt/slides/slide36.xml" Id="Ra0f3f2b720584337" /><Relationship Type="http://schemas.openxmlformats.org/officeDocument/2006/relationships/notesMaster" Target="/ppt/notesMasters/notesMaster1.xml" Id="R028ce418942a4e3f" /></Relationships>
</file>

<file path=ppt/notesSlides/_rels/notesSlide37.xml.rels>&#65279;<?xml version="1.0" encoding="utf-8"?><Relationships xmlns="http://schemas.openxmlformats.org/package/2006/relationships"><Relationship Type="http://schemas.openxmlformats.org/officeDocument/2006/relationships/slide" Target="/ppt/slides/slide37.xml" Id="R9bb5dd66e3db4057" /><Relationship Type="http://schemas.openxmlformats.org/officeDocument/2006/relationships/notesMaster" Target="/ppt/notesMasters/notesMaster1.xml" Id="Rdba3e0bae549476b" /></Relationships>
</file>

<file path=ppt/notesSlides/_rels/notesSlide38.xml.rels>&#65279;<?xml version="1.0" encoding="utf-8"?><Relationships xmlns="http://schemas.openxmlformats.org/package/2006/relationships"><Relationship Type="http://schemas.openxmlformats.org/officeDocument/2006/relationships/slide" Target="/ppt/slides/slide38.xml" Id="R8e3362f291fa45a1" /><Relationship Type="http://schemas.openxmlformats.org/officeDocument/2006/relationships/notesMaster" Target="/ppt/notesMasters/notesMaster1.xml" Id="R9840daff3c5f42a5" /></Relationships>
</file>

<file path=ppt/notesSlides/_rels/notesSlide39.xml.rels>&#65279;<?xml version="1.0" encoding="utf-8"?><Relationships xmlns="http://schemas.openxmlformats.org/package/2006/relationships"><Relationship Type="http://schemas.openxmlformats.org/officeDocument/2006/relationships/slide" Target="/ppt/slides/slide39.xml" Id="R4dd23cce1ae045c3" /><Relationship Type="http://schemas.openxmlformats.org/officeDocument/2006/relationships/notesMaster" Target="/ppt/notesMasters/notesMaster1.xml" Id="R80b22705a4e44d8d" /></Relationships>
</file>

<file path=ppt/notesSlides/_rels/notesSlide40.xml.rels>&#65279;<?xml version="1.0" encoding="utf-8"?><Relationships xmlns="http://schemas.openxmlformats.org/package/2006/relationships"><Relationship Type="http://schemas.openxmlformats.org/officeDocument/2006/relationships/slide" Target="/ppt/slides/slide40.xml" Id="R7929365f97774558" /><Relationship Type="http://schemas.openxmlformats.org/officeDocument/2006/relationships/notesMaster" Target="/ppt/notesMasters/notesMaster1.xml" Id="R444ecf4b9b0a43aa" /></Relationships>
</file>

<file path=ppt/notesSlides/_rels/notesSlide41.xml.rels>&#65279;<?xml version="1.0" encoding="utf-8"?><Relationships xmlns="http://schemas.openxmlformats.org/package/2006/relationships"><Relationship Type="http://schemas.openxmlformats.org/officeDocument/2006/relationships/slide" Target="/ppt/slides/slide41.xml" Id="Ra2a145e79b2446bb" /><Relationship Type="http://schemas.openxmlformats.org/officeDocument/2006/relationships/notesMaster" Target="/ppt/notesMasters/notesMaster1.xml" Id="R1a4bfc170a0b4639" /></Relationships>
</file>

<file path=ppt/notesSlides/_rels/notesSlide42.xml.rels>&#65279;<?xml version="1.0" encoding="utf-8"?><Relationships xmlns="http://schemas.openxmlformats.org/package/2006/relationships"><Relationship Type="http://schemas.openxmlformats.org/officeDocument/2006/relationships/slide" Target="/ppt/slides/slide42.xml" Id="R97326c840ab04208" /><Relationship Type="http://schemas.openxmlformats.org/officeDocument/2006/relationships/notesMaster" Target="/ppt/notesMasters/notesMaster1.xml" Id="Re59b88c819324717" /></Relationships>
</file>

<file path=ppt/notesSlides/_rels/notesSlide43.xml.rels>&#65279;<?xml version="1.0" encoding="utf-8"?><Relationships xmlns="http://schemas.openxmlformats.org/package/2006/relationships"><Relationship Type="http://schemas.openxmlformats.org/officeDocument/2006/relationships/slide" Target="/ppt/slides/slide43.xml" Id="R19a9976849064c7c" /><Relationship Type="http://schemas.openxmlformats.org/officeDocument/2006/relationships/notesMaster" Target="/ppt/notesMasters/notesMaster1.xml" Id="R0c49c0d93a864694" /></Relationships>
</file>

<file path=ppt/notesSlides/_rels/notesSlide44.xml.rels>&#65279;<?xml version="1.0" encoding="utf-8"?><Relationships xmlns="http://schemas.openxmlformats.org/package/2006/relationships"><Relationship Type="http://schemas.openxmlformats.org/officeDocument/2006/relationships/slide" Target="/ppt/slides/slide44.xml" Id="R3e102cd0b34f4e00" /><Relationship Type="http://schemas.openxmlformats.org/officeDocument/2006/relationships/notesMaster" Target="/ppt/notesMasters/notesMaster1.xml" Id="R55e3823201104a1a" /></Relationships>
</file>

<file path=ppt/notesSlides/_rels/notesSlide45.xml.rels>&#65279;<?xml version="1.0" encoding="utf-8"?><Relationships xmlns="http://schemas.openxmlformats.org/package/2006/relationships"><Relationship Type="http://schemas.openxmlformats.org/officeDocument/2006/relationships/slide" Target="/ppt/slides/slide45.xml" Id="R5862b02f90fd42a9" /><Relationship Type="http://schemas.openxmlformats.org/officeDocument/2006/relationships/notesMaster" Target="/ppt/notesMasters/notesMaster1.xml" Id="Rf8e1712a316e4fd2" /></Relationships>
</file>

<file path=ppt/notesSlides/_rels/notesSlide46.xml.rels>&#65279;<?xml version="1.0" encoding="utf-8"?><Relationships xmlns="http://schemas.openxmlformats.org/package/2006/relationships"><Relationship Type="http://schemas.openxmlformats.org/officeDocument/2006/relationships/slide" Target="/ppt/slides/slide46.xml" Id="R0d9d01a888de4d92" /><Relationship Type="http://schemas.openxmlformats.org/officeDocument/2006/relationships/notesMaster" Target="/ppt/notesMasters/notesMaster1.xml" Id="R3a91167ea4f744b6" /></Relationships>
</file>

<file path=ppt/notesSlides/_rels/notesSlide47.xml.rels>&#65279;<?xml version="1.0" encoding="utf-8"?><Relationships xmlns="http://schemas.openxmlformats.org/package/2006/relationships"><Relationship Type="http://schemas.openxmlformats.org/officeDocument/2006/relationships/slide" Target="/ppt/slides/slide47.xml" Id="Rdc1463a674d84a2b" /><Relationship Type="http://schemas.openxmlformats.org/officeDocument/2006/relationships/notesMaster" Target="/ppt/notesMasters/notesMaster1.xml" Id="R93e730f36cac4ca6" /></Relationships>
</file>

<file path=ppt/notesSlides/_rels/notesSlide48.xml.rels>&#65279;<?xml version="1.0" encoding="utf-8"?><Relationships xmlns="http://schemas.openxmlformats.org/package/2006/relationships"><Relationship Type="http://schemas.openxmlformats.org/officeDocument/2006/relationships/slide" Target="/ppt/slides/slide48.xml" Id="R2691d50654144dc9" /><Relationship Type="http://schemas.openxmlformats.org/officeDocument/2006/relationships/notesMaster" Target="/ppt/notesMasters/notesMaster1.xml" Id="R27f7d1d37c8c46e8" /></Relationships>
</file>

<file path=ppt/notesSlides/_rels/notesSlide49.xml.rels>&#65279;<?xml version="1.0" encoding="utf-8"?><Relationships xmlns="http://schemas.openxmlformats.org/package/2006/relationships"><Relationship Type="http://schemas.openxmlformats.org/officeDocument/2006/relationships/slide" Target="/ppt/slides/slide49.xml" Id="R60908a26ef55456a" /><Relationship Type="http://schemas.openxmlformats.org/officeDocument/2006/relationships/notesMaster" Target="/ppt/notesMasters/notesMaster1.xml" Id="R39652362fa9a4cb2" /></Relationships>
</file>

<file path=ppt/notesSlides/_rels/notesSlide50.xml.rels>&#65279;<?xml version="1.0" encoding="utf-8"?><Relationships xmlns="http://schemas.openxmlformats.org/package/2006/relationships"><Relationship Type="http://schemas.openxmlformats.org/officeDocument/2006/relationships/slide" Target="/ppt/slides/slide50.xml" Id="R4fe7b74af8864d04" /><Relationship Type="http://schemas.openxmlformats.org/officeDocument/2006/relationships/notesMaster" Target="/ppt/notesMasters/notesMaster1.xml" Id="Rcd458733241a421f" /></Relationships>
</file>

<file path=ppt/notesSlides/_rels/notesSlide51.xml.rels>&#65279;<?xml version="1.0" encoding="utf-8"?><Relationships xmlns="http://schemas.openxmlformats.org/package/2006/relationships"><Relationship Type="http://schemas.openxmlformats.org/officeDocument/2006/relationships/slide" Target="/ppt/slides/slide51.xml" Id="R907991725eb5440b" /><Relationship Type="http://schemas.openxmlformats.org/officeDocument/2006/relationships/notesMaster" Target="/ppt/notesMasters/notesMaster1.xml" Id="Rb91c996674004393" /></Relationships>
</file>

<file path=ppt/notesSlides/_rels/notesSlide52.xml.rels>&#65279;<?xml version="1.0" encoding="utf-8"?><Relationships xmlns="http://schemas.openxmlformats.org/package/2006/relationships"><Relationship Type="http://schemas.openxmlformats.org/officeDocument/2006/relationships/slide" Target="/ppt/slides/slide52.xml" Id="Rad1c2b9c1a9b496a" /><Relationship Type="http://schemas.openxmlformats.org/officeDocument/2006/relationships/notesMaster" Target="/ppt/notesMasters/notesMaster1.xml" Id="R3944de9695b34cc7" /></Relationships>
</file>

<file path=ppt/notesSlides/_rels/notesSlide53.xml.rels>&#65279;<?xml version="1.0" encoding="utf-8"?><Relationships xmlns="http://schemas.openxmlformats.org/package/2006/relationships"><Relationship Type="http://schemas.openxmlformats.org/officeDocument/2006/relationships/slide" Target="/ppt/slides/slide53.xml" Id="R0b0d3b6edda14bf1" /><Relationship Type="http://schemas.openxmlformats.org/officeDocument/2006/relationships/notesMaster" Target="/ppt/notesMasters/notesMaster1.xml" Id="R7be07c3047c74bc1" /></Relationships>
</file>

<file path=ppt/notesSlides/_rels/notesSlide54.xml.rels>&#65279;<?xml version="1.0" encoding="utf-8"?><Relationships xmlns="http://schemas.openxmlformats.org/package/2006/relationships"><Relationship Type="http://schemas.openxmlformats.org/officeDocument/2006/relationships/slide" Target="/ppt/slides/slide54.xml" Id="Rb94e2a87aeae4f34" /><Relationship Type="http://schemas.openxmlformats.org/officeDocument/2006/relationships/notesMaster" Target="/ppt/notesMasters/notesMaster1.xml" Id="Rdc1e214509b54250" /></Relationships>
</file>

<file path=ppt/notesSlides/_rels/notesSlide55.xml.rels>&#65279;<?xml version="1.0" encoding="utf-8"?><Relationships xmlns="http://schemas.openxmlformats.org/package/2006/relationships"><Relationship Type="http://schemas.openxmlformats.org/officeDocument/2006/relationships/slide" Target="/ppt/slides/slide55.xml" Id="R72ac2d01c03d42b0" /><Relationship Type="http://schemas.openxmlformats.org/officeDocument/2006/relationships/notesMaster" Target="/ppt/notesMasters/notesMaster1.xml" Id="Rad400b551827483c" /></Relationships>
</file>

<file path=ppt/notesSlides/_rels/notesSlide56.xml.rels>&#65279;<?xml version="1.0" encoding="utf-8"?><Relationships xmlns="http://schemas.openxmlformats.org/package/2006/relationships"><Relationship Type="http://schemas.openxmlformats.org/officeDocument/2006/relationships/slide" Target="/ppt/slides/slide56.xml" Id="R524f4995778d4c1f" /><Relationship Type="http://schemas.openxmlformats.org/officeDocument/2006/relationships/notesMaster" Target="/ppt/notesMasters/notesMaster1.xml" Id="Rb461751c5e6e43fc" /></Relationships>
</file>

<file path=ppt/notesSlides/_rels/notesSlide57.xml.rels>&#65279;<?xml version="1.0" encoding="utf-8"?><Relationships xmlns="http://schemas.openxmlformats.org/package/2006/relationships"><Relationship Type="http://schemas.openxmlformats.org/officeDocument/2006/relationships/slide" Target="/ppt/slides/slide57.xml" Id="R5ef6d7e6e95743d3" /><Relationship Type="http://schemas.openxmlformats.org/officeDocument/2006/relationships/notesMaster" Target="/ppt/notesMasters/notesMaster1.xml" Id="R2c7913e30bdf49d1" /></Relationships>
</file>

<file path=ppt/notesSlides/_rels/notesSlide58.xml.rels>&#65279;<?xml version="1.0" encoding="utf-8"?><Relationships xmlns="http://schemas.openxmlformats.org/package/2006/relationships"><Relationship Type="http://schemas.openxmlformats.org/officeDocument/2006/relationships/slide" Target="/ppt/slides/slide58.xml" Id="Rd57f776c5b1d45e7" /><Relationship Type="http://schemas.openxmlformats.org/officeDocument/2006/relationships/notesMaster" Target="/ppt/notesMasters/notesMaster1.xml" Id="R2c7b092088cc4240" /></Relationships>
</file>

<file path=ppt/notesSlides/_rels/notesSlide59.xml.rels>&#65279;<?xml version="1.0" encoding="utf-8"?><Relationships xmlns="http://schemas.openxmlformats.org/package/2006/relationships"><Relationship Type="http://schemas.openxmlformats.org/officeDocument/2006/relationships/slide" Target="/ppt/slides/slide59.xml" Id="Rabb6ce2ee5674aac" /><Relationship Type="http://schemas.openxmlformats.org/officeDocument/2006/relationships/notesMaster" Target="/ppt/notesMasters/notesMaster1.xml" Id="R09dc84eb6fa44bda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Сұрауды көшіріп, сервиске енгізіңіз. Хаттың кімге және кімнен екені берілмегендіктен, ЖИ оларды ойдан қоспауға тиіс.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f7513338dc254c59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01ddf6ea176b4e34" /><Relationship Type="http://schemas.openxmlformats.org/officeDocument/2006/relationships/slideLayout" Target="/ppt/slideLayouts/slideLayout1.xml" Id="Rde85b1652d2d46c3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de85b1652d2d46c3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38bbab1d30a4d46" /><Relationship Type="http://schemas.openxmlformats.org/officeDocument/2006/relationships/image" Target="/ppt/media/image.png" Id="R99a40912d81b4da3" /><Relationship Type="http://schemas.openxmlformats.org/officeDocument/2006/relationships/notesSlide" Target="/ppt/notesSlides/notesSlide1.xml" Id="R534796fe7e6546f4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ca17c43f34843a4" /><Relationship Type="http://schemas.openxmlformats.org/officeDocument/2006/relationships/image" Target="/ppt/media/image.jpeg" Id="Ra813a306ab8749d6" /><Relationship Type="http://schemas.openxmlformats.org/officeDocument/2006/relationships/notesSlide" Target="/ppt/notesSlides/notesSlide2.xml" Id="R0706e928b6154bc8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d0ebc47a61442cf" /><Relationship Type="http://schemas.openxmlformats.org/officeDocument/2006/relationships/notesSlide" Target="/ppt/notesSlides/notesSlide3.xml" Id="R30fbe2210cd7487a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62293be158b42a9" /><Relationship Type="http://schemas.openxmlformats.org/officeDocument/2006/relationships/notesSlide" Target="/ppt/notesSlides/notesSlide4.xml" Id="R91bbda3219c7411b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1c78dbd1a5a43b4" /><Relationship Type="http://schemas.openxmlformats.org/officeDocument/2006/relationships/notesSlide" Target="/ppt/notesSlides/notesSlide5.xml" Id="Rac5559e6a7dd496a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072272249b24b16" /><Relationship Type="http://schemas.openxmlformats.org/officeDocument/2006/relationships/notesSlide" Target="/ppt/notesSlides/notesSlide6.xml" Id="R5a95fefc545e4eb9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0c3e6d491564a43" /><Relationship Type="http://schemas.openxmlformats.org/officeDocument/2006/relationships/notesSlide" Target="/ppt/notesSlides/notesSlide7.xml" Id="R6fde764333294329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db581cd5f4a4262" /><Relationship Type="http://schemas.openxmlformats.org/officeDocument/2006/relationships/notesSlide" Target="/ppt/notesSlides/notesSlide8.xml" Id="R5ef2262cf88c47d1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8a933e41620417f" /><Relationship Type="http://schemas.openxmlformats.org/officeDocument/2006/relationships/image" Target="/ppt/media/image2.png" Id="Ra76299a7856944d9" /><Relationship Type="http://schemas.openxmlformats.org/officeDocument/2006/relationships/image" Target="/ppt/media/image2.jpeg" Id="Rc72c1b450327493e" /><Relationship Type="http://schemas.openxmlformats.org/officeDocument/2006/relationships/image" Target="/ppt/media/image3.jpeg" Id="R887029bd99b741e9" /><Relationship Type="http://schemas.openxmlformats.org/officeDocument/2006/relationships/image" Target="/ppt/media/image4.jpeg" Id="Rcc821da43c634805" /><Relationship Type="http://schemas.openxmlformats.org/officeDocument/2006/relationships/notesSlide" Target="/ppt/notesSlides/notesSlide9.xml" Id="R4819865ddaca46fa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1b8af2a5c1b45a9" /><Relationship Type="http://schemas.openxmlformats.org/officeDocument/2006/relationships/image" Target="/ppt/media/image5.jpeg" Id="Rc5502dcf7fbb44e0" /><Relationship Type="http://schemas.openxmlformats.org/officeDocument/2006/relationships/notesSlide" Target="/ppt/notesSlides/notesSlide10.xml" Id="R11824264e39c434d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bedad372b374443" /><Relationship Type="http://schemas.openxmlformats.org/officeDocument/2006/relationships/notesSlide" Target="/ppt/notesSlides/notesSlide11.xml" Id="R1836ccbcdceb41e0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0b25ceb793f4589" /><Relationship Type="http://schemas.openxmlformats.org/officeDocument/2006/relationships/image" Target="/ppt/media/image3.png" Id="Rd7d97008b9ac4f92" /><Relationship Type="http://schemas.openxmlformats.org/officeDocument/2006/relationships/image" Target="/ppt/media/image4.png" Id="R4802bd543465482f" /><Relationship Type="http://schemas.openxmlformats.org/officeDocument/2006/relationships/notesSlide" Target="/ppt/notesSlides/notesSlide12.xml" Id="Rf6331de02cdb4b42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7956119b13e45ac" /><Relationship Type="http://schemas.openxmlformats.org/officeDocument/2006/relationships/notesSlide" Target="/ppt/notesSlides/notesSlide13.xml" Id="R6771f8a5a2e84f66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70e6bc1331742b9" /><Relationship Type="http://schemas.openxmlformats.org/officeDocument/2006/relationships/notesSlide" Target="/ppt/notesSlides/notesSlide14.xml" Id="Ra3a2b85b05cb4e7b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e0a931fc90a4f0c" /><Relationship Type="http://schemas.openxmlformats.org/officeDocument/2006/relationships/notesSlide" Target="/ppt/notesSlides/notesSlide15.xml" Id="R7d08b02ab1f74b43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268ab567b874275" /><Relationship Type="http://schemas.openxmlformats.org/officeDocument/2006/relationships/image" Target="/ppt/media/image6.jpeg" Id="R25b22c0264a44981" /><Relationship Type="http://schemas.openxmlformats.org/officeDocument/2006/relationships/notesSlide" Target="/ppt/notesSlides/notesSlide16.xml" Id="Rdac5858eb5654bc5" /></Relationships>
</file>

<file path=ppt/slides/_rels/slide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857f024340b474f" /><Relationship Type="http://schemas.openxmlformats.org/officeDocument/2006/relationships/image" Target="/ppt/media/image5.png" Id="R22494013ec324520" /><Relationship Type="http://schemas.openxmlformats.org/officeDocument/2006/relationships/notesSlide" Target="/ppt/notesSlides/notesSlide17.xml" Id="Re49221ecac2346b6" /></Relationships>
</file>

<file path=ppt/slides/_rels/slide1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4889b1fd71a432e" /><Relationship Type="http://schemas.openxmlformats.org/officeDocument/2006/relationships/image" Target="/ppt/media/image6.png" Id="Re1402dd03d8942db" /><Relationship Type="http://schemas.openxmlformats.org/officeDocument/2006/relationships/notesSlide" Target="/ppt/notesSlides/notesSlide18.xml" Id="R0b7d30a628c84c6e" /></Relationships>
</file>

<file path=ppt/slides/_rels/slide1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464be11cbaf4ff5" /><Relationship Type="http://schemas.openxmlformats.org/officeDocument/2006/relationships/image" Target="/ppt/media/image7.jpeg" Id="R2203163449e840f5" /><Relationship Type="http://schemas.openxmlformats.org/officeDocument/2006/relationships/notesSlide" Target="/ppt/notesSlides/notesSlide19.xml" Id="R24797d8169a84b9c" /></Relationships>
</file>

<file path=ppt/slides/_rels/slide2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4ecbda34e8a4e1d" /><Relationship Type="http://schemas.openxmlformats.org/officeDocument/2006/relationships/notesSlide" Target="/ppt/notesSlides/notesSlide20.xml" Id="Rfc6edb19494942b5" /></Relationships>
</file>

<file path=ppt/slides/_rels/slide2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364e666d5454182" /><Relationship Type="http://schemas.openxmlformats.org/officeDocument/2006/relationships/notesSlide" Target="/ppt/notesSlides/notesSlide21.xml" Id="R370d8593686147ca" /></Relationships>
</file>

<file path=ppt/slides/_rels/slide2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7944890f7c34550" /><Relationship Type="http://schemas.openxmlformats.org/officeDocument/2006/relationships/image" Target="/ppt/media/image7.png" Id="R01cdac7907004f8f" /><Relationship Type="http://schemas.openxmlformats.org/officeDocument/2006/relationships/notesSlide" Target="/ppt/notesSlides/notesSlide22.xml" Id="Rccd41962f03045cc" /></Relationships>
</file>

<file path=ppt/slides/_rels/slide2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ae5c4ef1e164b1e" /><Relationship Type="http://schemas.openxmlformats.org/officeDocument/2006/relationships/notesSlide" Target="/ppt/notesSlides/notesSlide23.xml" Id="R7eb5fe22e7e14d17" /></Relationships>
</file>

<file path=ppt/slides/_rels/slide2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cd1028af3f548fc" /><Relationship Type="http://schemas.openxmlformats.org/officeDocument/2006/relationships/notesSlide" Target="/ppt/notesSlides/notesSlide24.xml" Id="R469645a148e240d2" /></Relationships>
</file>

<file path=ppt/slides/_rels/slide2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ead7084cfb34b41" /><Relationship Type="http://schemas.openxmlformats.org/officeDocument/2006/relationships/image" Target="/ppt/media/image8.jpeg" Id="Rd4c0584cf3c342a4" /><Relationship Type="http://schemas.openxmlformats.org/officeDocument/2006/relationships/notesSlide" Target="/ppt/notesSlides/notesSlide25.xml" Id="Rd9d7ccda869d4378" /></Relationships>
</file>

<file path=ppt/slides/_rels/slide2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c09dac08f8c486d" /><Relationship Type="http://schemas.openxmlformats.org/officeDocument/2006/relationships/notesSlide" Target="/ppt/notesSlides/notesSlide26.xml" Id="R18d13da1421b4f0d" /></Relationships>
</file>

<file path=ppt/slides/_rels/slide2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436be0cc20644bd" /><Relationship Type="http://schemas.openxmlformats.org/officeDocument/2006/relationships/notesSlide" Target="/ppt/notesSlides/notesSlide27.xml" Id="R2bcb6e76807d4487" /></Relationships>
</file>

<file path=ppt/slides/_rels/slide2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894ef6b22904d5b" /><Relationship Type="http://schemas.openxmlformats.org/officeDocument/2006/relationships/notesSlide" Target="/ppt/notesSlides/notesSlide28.xml" Id="Rc7a747bdcda7478f" /></Relationships>
</file>

<file path=ppt/slides/_rels/slide2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497ef8af0d44032" /><Relationship Type="http://schemas.openxmlformats.org/officeDocument/2006/relationships/notesSlide" Target="/ppt/notesSlides/notesSlide29.xml" Id="R2bb77f25244949da" /></Relationships>
</file>

<file path=ppt/slides/_rels/slide3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ccb252df63a438e" /><Relationship Type="http://schemas.openxmlformats.org/officeDocument/2006/relationships/image" Target="/ppt/media/image9.jpeg" Id="Re2114ded3ab441e5" /><Relationship Type="http://schemas.openxmlformats.org/officeDocument/2006/relationships/notesSlide" Target="/ppt/notesSlides/notesSlide30.xml" Id="Rd87b5a5617524fce" /></Relationships>
</file>

<file path=ppt/slides/_rels/slide3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00cd6e2b8b646c8" /><Relationship Type="http://schemas.openxmlformats.org/officeDocument/2006/relationships/notesSlide" Target="/ppt/notesSlides/notesSlide31.xml" Id="R32e93dff7fed4f64" /></Relationships>
</file>

<file path=ppt/slides/_rels/slide3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ef6f5d3273349c0" /><Relationship Type="http://schemas.openxmlformats.org/officeDocument/2006/relationships/image" Target="/ppt/media/image8.png" Id="R84e24f75db544abc" /><Relationship Type="http://schemas.openxmlformats.org/officeDocument/2006/relationships/image" Target="/ppt/media/image9.png" Id="Rc6fe82bcfc484626" /><Relationship Type="http://schemas.openxmlformats.org/officeDocument/2006/relationships/notesSlide" Target="/ppt/notesSlides/notesSlide32.xml" Id="Rc2ee005e1c5c4627" /></Relationships>
</file>

<file path=ppt/slides/_rels/slide3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537780f8929418d" /><Relationship Type="http://schemas.openxmlformats.org/officeDocument/2006/relationships/image" Target="/ppt/media/image10.png" Id="R66bb8fcc33de47e3" /><Relationship Type="http://schemas.openxmlformats.org/officeDocument/2006/relationships/image" Target="/ppt/media/image11.png" Id="Rb15878ed14bb43f4" /><Relationship Type="http://schemas.openxmlformats.org/officeDocument/2006/relationships/notesSlide" Target="/ppt/notesSlides/notesSlide33.xml" Id="Rb492dde8dd2747cd" /></Relationships>
</file>

<file path=ppt/slides/_rels/slide3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4abfd6e03ef45dc" /><Relationship Type="http://schemas.openxmlformats.org/officeDocument/2006/relationships/image" Target="/ppt/media/image12.png" Id="Rfac68ae947744b71" /><Relationship Type="http://schemas.openxmlformats.org/officeDocument/2006/relationships/image" Target="/ppt/media/image13.png" Id="R44fcf93cc5f24440" /><Relationship Type="http://schemas.openxmlformats.org/officeDocument/2006/relationships/notesSlide" Target="/ppt/notesSlides/notesSlide34.xml" Id="R5a70db0e404841e3" /></Relationships>
</file>

<file path=ppt/slides/_rels/slide3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5c37d83e57347ad" /><Relationship Type="http://schemas.openxmlformats.org/officeDocument/2006/relationships/image" Target="/ppt/media/image10.jpeg" Id="R6ba8fa6b844940da" /><Relationship Type="http://schemas.openxmlformats.org/officeDocument/2006/relationships/image" Target="/ppt/media/image14.png" Id="Rcc28bd41f7d34824" /><Relationship Type="http://schemas.openxmlformats.org/officeDocument/2006/relationships/notesSlide" Target="/ppt/notesSlides/notesSlide35.xml" Id="R5a5732a3d67c49f9" /></Relationships>
</file>

<file path=ppt/slides/_rels/slide3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b064c4367374b84" /><Relationship Type="http://schemas.openxmlformats.org/officeDocument/2006/relationships/notesSlide" Target="/ppt/notesSlides/notesSlide36.xml" Id="R9301363dd8d84806" /></Relationships>
</file>

<file path=ppt/slides/_rels/slide3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dbb1b76525f4796" /><Relationship Type="http://schemas.openxmlformats.org/officeDocument/2006/relationships/notesSlide" Target="/ppt/notesSlides/notesSlide37.xml" Id="R64a25f0a12e34ad3" /></Relationships>
</file>

<file path=ppt/slides/_rels/slide3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233a48c5b3542ea" /><Relationship Type="http://schemas.openxmlformats.org/officeDocument/2006/relationships/notesSlide" Target="/ppt/notesSlides/notesSlide38.xml" Id="R93f1111754964568" /></Relationships>
</file>

<file path=ppt/slides/_rels/slide3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3762b9ca4904e3c" /><Relationship Type="http://schemas.openxmlformats.org/officeDocument/2006/relationships/notesSlide" Target="/ppt/notesSlides/notesSlide39.xml" Id="R2b91f4596e5e4d45" /></Relationships>
</file>

<file path=ppt/slides/_rels/slide4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61cd3eb1b494db3" /><Relationship Type="http://schemas.openxmlformats.org/officeDocument/2006/relationships/notesSlide" Target="/ppt/notesSlides/notesSlide40.xml" Id="R77eeec3f6d5b4fcc" /></Relationships>
</file>

<file path=ppt/slides/_rels/slide4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55b90a19a7a4e52" /><Relationship Type="http://schemas.openxmlformats.org/officeDocument/2006/relationships/notesSlide" Target="/ppt/notesSlides/notesSlide41.xml" Id="R69751db43e254369" /></Relationships>
</file>

<file path=ppt/slides/_rels/slide4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6dd1c1c35f74ca2" /><Relationship Type="http://schemas.openxmlformats.org/officeDocument/2006/relationships/notesSlide" Target="/ppt/notesSlides/notesSlide42.xml" Id="R7cf0489e2b314e2f" /></Relationships>
</file>

<file path=ppt/slides/_rels/slide4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01fe1a1021e40cd" /><Relationship Type="http://schemas.openxmlformats.org/officeDocument/2006/relationships/image" Target="/ppt/media/image5.png" Id="R488a58ccab4942cf" /><Relationship Type="http://schemas.openxmlformats.org/officeDocument/2006/relationships/notesSlide" Target="/ppt/notesSlides/notesSlide43.xml" Id="R018bb056805f46ce" /></Relationships>
</file>

<file path=ppt/slides/_rels/slide4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2db8a743f074b9c" /><Relationship Type="http://schemas.openxmlformats.org/officeDocument/2006/relationships/notesSlide" Target="/ppt/notesSlides/notesSlide44.xml" Id="Raf1f877177004f63" /></Relationships>
</file>

<file path=ppt/slides/_rels/slide4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1173e3296a745d2" /><Relationship Type="http://schemas.openxmlformats.org/officeDocument/2006/relationships/image" Target="/ppt/media/image7.jpeg" Id="R93d2eda021e54905" /><Relationship Type="http://schemas.openxmlformats.org/officeDocument/2006/relationships/notesSlide" Target="/ppt/notesSlides/notesSlide45.xml" Id="R88d61a3e67ae41b1" /></Relationships>
</file>

<file path=ppt/slides/_rels/slide4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6b97adfe4fe40fc" /><Relationship Type="http://schemas.openxmlformats.org/officeDocument/2006/relationships/notesSlide" Target="/ppt/notesSlides/notesSlide46.xml" Id="Ra469d2f4962b4bb9" /></Relationships>
</file>

<file path=ppt/slides/_rels/slide4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7a1e7a03b4447eb" /><Relationship Type="http://schemas.openxmlformats.org/officeDocument/2006/relationships/notesSlide" Target="/ppt/notesSlides/notesSlide47.xml" Id="R931b3717c8b24204" /></Relationships>
</file>

<file path=ppt/slides/_rels/slide4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3f52b6961394055" /><Relationship Type="http://schemas.openxmlformats.org/officeDocument/2006/relationships/notesSlide" Target="/ppt/notesSlides/notesSlide48.xml" Id="Ra291410b88c44ac1" /></Relationships>
</file>

<file path=ppt/slides/_rels/slide4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d6af29195c74757" /><Relationship Type="http://schemas.openxmlformats.org/officeDocument/2006/relationships/notesSlide" Target="/ppt/notesSlides/notesSlide49.xml" Id="R0f455bd20bc74cb3" /></Relationships>
</file>

<file path=ppt/slides/_rels/slide5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3ff3bbb57fc42e6" /><Relationship Type="http://schemas.openxmlformats.org/officeDocument/2006/relationships/image" Target="/ppt/media/image15.png" Id="R0e66b8a06fbc4728" /><Relationship Type="http://schemas.openxmlformats.org/officeDocument/2006/relationships/notesSlide" Target="/ppt/notesSlides/notesSlide50.xml" Id="R2b21e71f833743b0" /></Relationships>
</file>

<file path=ppt/slides/_rels/slide5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48e63da5a1f4055" /><Relationship Type="http://schemas.openxmlformats.org/officeDocument/2006/relationships/notesSlide" Target="/ppt/notesSlides/notesSlide51.xml" Id="Rccb380c9439c42d2" /></Relationships>
</file>

<file path=ppt/slides/_rels/slide5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cc2fff0932e46e2" /><Relationship Type="http://schemas.openxmlformats.org/officeDocument/2006/relationships/notesSlide" Target="/ppt/notesSlides/notesSlide52.xml" Id="R2a3d9d7048e94a3e" /></Relationships>
</file>

<file path=ppt/slides/_rels/slide5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74d9b771f8b4f5f" /><Relationship Type="http://schemas.openxmlformats.org/officeDocument/2006/relationships/notesSlide" Target="/ppt/notesSlides/notesSlide53.xml" Id="R599e284d158248ac" /></Relationships>
</file>

<file path=ppt/slides/_rels/slide5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3c2a409d862413a" /><Relationship Type="http://schemas.openxmlformats.org/officeDocument/2006/relationships/notesSlide" Target="/ppt/notesSlides/notesSlide54.xml" Id="Re4803eddc0ec4c1c" /></Relationships>
</file>

<file path=ppt/slides/_rels/slide5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53dd8c14ba943fb" /><Relationship Type="http://schemas.openxmlformats.org/officeDocument/2006/relationships/notesSlide" Target="/ppt/notesSlides/notesSlide55.xml" Id="Rb17a293ed3414aff" /></Relationships>
</file>

<file path=ppt/slides/_rels/slide5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4cd293051034cd7" /><Relationship Type="http://schemas.openxmlformats.org/officeDocument/2006/relationships/notesSlide" Target="/ppt/notesSlides/notesSlide56.xml" Id="R676eb27175284956" /></Relationships>
</file>

<file path=ppt/slides/_rels/slide5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0d65916324b44c7" /><Relationship Type="http://schemas.openxmlformats.org/officeDocument/2006/relationships/notesSlide" Target="/ppt/notesSlides/notesSlide57.xml" Id="R699f1edb086841e1" /></Relationships>
</file>

<file path=ppt/slides/_rels/slide5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e4ad8e5e22c4eee" /><Relationship Type="http://schemas.openxmlformats.org/officeDocument/2006/relationships/notesSlide" Target="/ppt/notesSlides/notesSlide58.xml" Id="R5e67f695b2a542e9" /></Relationships>
</file>

<file path=ppt/slides/_rels/slide5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a72f463f19c4ea2" /><Relationship Type="http://schemas.openxmlformats.org/officeDocument/2006/relationships/image" Target="/ppt/media/image16.png" Id="R9d421f1e67324fec" /><Relationship Type="http://schemas.openxmlformats.org/officeDocument/2006/relationships/notesSlide" Target="/ppt/notesSlides/notesSlide59.xml" Id="R135d5a31f95b438a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0E142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Рисунок 6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9a40912d81b4da3"/>
          <a:srcRect xmlns:a="http://schemas.openxmlformats.org/drawingml/2006/main" l="24987" t="0" r="24987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096000" y="0"/>
            <a:ext cx="6096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Прямоугольник 1">
            <a:extLst xmlns:a="http://schemas.openxmlformats.org/drawingml/2006/main">
              <a:ext uri="{FF2B5EF4-FFF2-40B4-BE49-F238E27FC236}">
                <a16:creationId xmlns:a16="http://schemas.microsoft.com/office/drawing/2014/main" id="{643BA72D-758C-442A-AE47-E52F8126B6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28625"/>
            <a:ext cx="2476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7619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B8F238"/>
                </a:solidFill>
                <a:latin typeface="DejaVu Sans"/>
                <a:ea typeface="DejaVu Sans"/>
                <a:cs typeface="DejaVu Sans"/>
              </a:defRPr>
            </a:pPr>
            <a:r>
              <a:rPr sz="1050" b="1">
                <a:solidFill>
                  <a:srgbClr val="B8F238"/>
                </a:solidFill>
                <a:latin typeface="DejaVu Sans"/>
                <a:ea typeface="DejaVu Sans"/>
                <a:cs typeface="DejaVu Sans"/>
              </a:rPr>
              <a:t>AI / КҮНДЕ</a:t>
            </a:r>
          </a:p>
        </p:txBody>
      </p:sp>
      <p:sp>
        <p:nvSpPr>
          <p:cNvPr id="3" name="Прямоугольник 2">
            <a:extLst xmlns:a="http://schemas.openxmlformats.org/drawingml/2006/main">
              <a:ext uri="{FF2B5EF4-FFF2-40B4-BE49-F238E27FC236}">
                <a16:creationId xmlns:a16="http://schemas.microsoft.com/office/drawing/2014/main" id="{2E15B234-DF74-4817-AE2B-7DEAC1887B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000250"/>
            <a:ext cx="571500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5524"/>
          </a:bodyPr>
          <a:lstStyle xmlns:a="http://schemas.openxmlformats.org/drawingml/2006/main"/>
          <a:p xmlns:a="http://schemas.openxmlformats.org/drawingml/2006/main">
            <a:pPr algn="l">
              <a:buNone/>
              <a:defRPr sz="3300" b="1">
                <a:solidFill>
                  <a:srgbClr val="FFFFFF"/>
                </a:solidFill>
                <a:latin typeface="DejaVu Sans"/>
                <a:ea typeface="DejaVu Sans"/>
                <a:cs typeface="DejaVu Sans"/>
              </a:defRPr>
            </a:pPr>
            <a:r>
              <a:rPr sz="3300" b="1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Күнделікті өмірге және</a:t>
            </a:r>
          </a:p>
          <a:p xmlns:a="http://schemas.openxmlformats.org/drawingml/2006/main">
            <a:pPr algn="l">
              <a:buNone/>
              <a:defRPr sz="3300" b="1">
                <a:solidFill>
                  <a:srgbClr val="FFFFFF"/>
                </a:solidFill>
                <a:latin typeface="DejaVu Sans"/>
                <a:ea typeface="DejaVu Sans"/>
                <a:cs typeface="DejaVu Sans"/>
              </a:defRPr>
            </a:pPr>
            <a:r>
              <a:rPr sz="3300" b="1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жұмысқа арналған ЖИ</a:t>
            </a:r>
          </a:p>
        </p:txBody>
      </p:sp>
      <p:sp>
        <p:nvSpPr>
          <p:cNvPr id="4" name="Прямоугольник 3">
            <a:extLst xmlns:a="http://schemas.openxmlformats.org/drawingml/2006/main">
              <a:ext uri="{FF2B5EF4-FFF2-40B4-BE49-F238E27FC236}">
                <a16:creationId xmlns:a16="http://schemas.microsoft.com/office/drawing/2014/main" id="{0C1A9277-A497-4928-A747-6F47FA4711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3667125"/>
            <a:ext cx="54292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650" b="0">
                <a:solidFill>
                  <a:srgbClr val="B8F238"/>
                </a:solidFill>
                <a:latin typeface="DejaVu Sans"/>
                <a:ea typeface="DejaVu Sans"/>
                <a:cs typeface="DejaVu Sans"/>
              </a:defRPr>
            </a:pPr>
            <a:endParaRPr sz="1650" b="0">
              <a:solidFill>
                <a:srgbClr val="B8F238"/>
              </a:solidFill>
              <a:latin typeface="DejaVu Sans"/>
              <a:ea typeface="DejaVu Sans"/>
              <a:cs typeface="DejaVu Sans"/>
            </a:endParaRPr>
          </a:p>
        </p:txBody>
      </p:sp>
      <p:sp>
        <p:nvSpPr>
          <p:cNvPr id="5" name="Прямоугольник 4">
            <a:extLst xmlns:a="http://schemas.openxmlformats.org/drawingml/2006/main">
              <a:ext uri="{FF2B5EF4-FFF2-40B4-BE49-F238E27FC236}">
                <a16:creationId xmlns:a16="http://schemas.microsoft.com/office/drawing/2014/main" id="{BB0BA5F5-7D5F-4EC7-94E5-F0A7145683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5857875"/>
            <a:ext cx="5334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FFFFFF"/>
                </a:solidFill>
                <a:latin typeface="DejaVu Sans"/>
                <a:ea typeface="DejaVu Sans"/>
                <a:cs typeface="DejaVu Sans"/>
              </a:defRPr>
            </a:pPr>
            <a:r>
              <a:rPr sz="1200" b="0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Шымкент</a:t>
            </a:r>
            <a:r>
              <a:rPr sz="1200" b="0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 · 21 </a:t>
            </a:r>
            <a:r>
              <a:rPr sz="1200" b="0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қыркүйек</a:t>
            </a:r>
            <a:r>
              <a:rPr sz="1200" b="0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 2026 </a:t>
            </a:r>
          </a:p>
        </p:txBody>
      </p:sp>
      <p:sp>
        <p:nvSpPr>
          <p:cNvPr id="6" name="Прямоугольник 5">
            <a:extLst xmlns:a="http://schemas.openxmlformats.org/drawingml/2006/main">
              <a:ext uri="{FF2B5EF4-FFF2-40B4-BE49-F238E27FC236}">
                <a16:creationId xmlns:a16="http://schemas.microsoft.com/office/drawing/2014/main" id="{8DE10ADD-1DEC-4719-A363-244B582465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9850"/>
            <a:ext cx="476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5679" lnSpcReduction="1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900" b="0">
                <a:solidFill>
                  <a:srgbClr val="FFFFFF"/>
                </a:solidFill>
                <a:latin typeface="DejaVu Sans"/>
                <a:ea typeface="DejaVu Sans"/>
                <a:cs typeface="DejaVu Sans"/>
              </a:defRPr>
            </a:pPr>
            <a:r>
              <a:rPr sz="900" b="0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01</a:t>
            </a:r>
          </a:p>
        </p:txBody>
      </p:sp>
    </p:spTree>
    <p:extLst>
      <p:ext uri="{BB962C8B-B14F-4D97-AF65-F5344CB8AC3E}">
        <p14:creationId xmlns:p14="http://schemas.microsoft.com/office/powerpoint/2010/main" val="993883216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7F7F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Прямоугольник 13">
            <a:extLst xmlns:a="http://schemas.openxmlformats.org/drawingml/2006/main">
              <a:ext uri="{FF2B5EF4-FFF2-40B4-BE49-F238E27FC236}">
                <a16:creationId xmlns:a16="http://schemas.microsoft.com/office/drawing/2014/main" id="{933CA0A1-E43F-4A87-BF11-B8B0A87550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28600"/>
            <a:ext cx="3810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9808" lnSpcReduction="1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59616E"/>
                </a:solidFill>
                <a:latin typeface="DejaVu Sans"/>
                <a:ea typeface="DejaVu Sans"/>
                <a:cs typeface="DejaVu Sans"/>
              </a:defRPr>
            </a:pPr>
            <a:r>
              <a:rPr sz="975" b="1">
                <a:solidFill>
                  <a:srgbClr val="59616E"/>
                </a:solidFill>
                <a:latin typeface="DejaVu Sans"/>
                <a:ea typeface="DejaVu Sans"/>
                <a:cs typeface="DejaVu Sans"/>
              </a:rPr>
              <a:t>AI / КҮНДЕ</a:t>
            </a:r>
          </a:p>
        </p:txBody>
      </p:sp>
      <p:sp>
        <p:nvSpPr>
          <p:cNvPr id="2" name="Прямоугольник 1">
            <a:extLst xmlns:a="http://schemas.openxmlformats.org/drawingml/2006/main">
              <a:ext uri="{FF2B5EF4-FFF2-40B4-BE49-F238E27FC236}">
                <a16:creationId xmlns:a16="http://schemas.microsoft.com/office/drawing/2014/main" id="{A22B10B5-0F9D-4D60-8E3B-D4E0227005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552450"/>
            <a:ext cx="107632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E1420"/>
                </a:solidFill>
                <a:latin typeface="DejaVu Sans"/>
                <a:ea typeface="DejaVu Sans"/>
                <a:cs typeface="DejaVu Sans"/>
              </a:defRPr>
            </a:pPr>
            <a:r>
              <a:rPr sz="2550" b="1">
                <a:solidFill>
                  <a:srgbClr val="0E1420"/>
                </a:solidFill>
                <a:latin typeface="DejaVu Sans"/>
                <a:ea typeface="DejaVu Sans"/>
                <a:cs typeface="DejaVu Sans"/>
              </a:rPr>
              <a:t>Тренермен танысу</a:t>
            </a:r>
          </a:p>
        </p:txBody>
      </p:sp>
      <p:pic>
        <p:nvPicPr>
          <p:cNvPr id="18" name="Рисунок 15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813a306ab8749d6"/>
          <a:srcRect xmlns:a="http://schemas.openxmlformats.org/drawingml/2006/main" l="0" t="71" r="0" b="71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04850" y="1524000"/>
            <a:ext cx="3333750" cy="4438650"/>
          </a:xfrm>
          <a:prstGeom xmlns:a="http://schemas.openxmlformats.org/drawingml/2006/main" prst="roundRect">
            <a:avLst>
              <a:gd name="adj" fmla="val 5143"/>
            </a:avLst>
          </a:prstGeom>
        </p:spPr>
      </p:pic>
      <p:sp>
        <p:nvSpPr>
          <p:cNvPr id="4" name="Прямоугольник 3">
            <a:extLst xmlns:a="http://schemas.openxmlformats.org/drawingml/2006/main">
              <a:ext uri="{FF2B5EF4-FFF2-40B4-BE49-F238E27FC236}">
                <a16:creationId xmlns:a16="http://schemas.microsoft.com/office/drawing/2014/main" id="{61A23A4F-C32E-4D46-949E-A93884BBCA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1809750"/>
            <a:ext cx="60960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8333"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1">
                <a:solidFill>
                  <a:srgbClr val="0E1420"/>
                </a:solidFill>
                <a:latin typeface="DejaVu Sans"/>
                <a:ea typeface="DejaVu Sans"/>
                <a:cs typeface="DejaVu Sans"/>
              </a:defRPr>
            </a:pPr>
            <a:r>
              <a:rPr sz="2250" b="1">
                <a:solidFill>
                  <a:srgbClr val="0E1420"/>
                </a:solidFill>
                <a:latin typeface="DejaVu Sans"/>
                <a:ea typeface="DejaVu Sans"/>
                <a:cs typeface="DejaVu Sans"/>
              </a:rPr>
              <a:t>Дүйсенбекқызы Жансая</a:t>
            </a:r>
          </a:p>
        </p:txBody>
      </p:sp>
      <p:sp>
        <p:nvSpPr>
          <p:cNvPr id="5" name="Прямоугольник 4">
            <a:extLst xmlns:a="http://schemas.openxmlformats.org/drawingml/2006/main">
              <a:ext uri="{FF2B5EF4-FFF2-40B4-BE49-F238E27FC236}">
                <a16:creationId xmlns:a16="http://schemas.microsoft.com/office/drawing/2014/main" id="{6BB10E15-C921-4CC1-9CB6-A956576627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2305050"/>
            <a:ext cx="4762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8FCF25"/>
                </a:solidFill>
                <a:latin typeface="DejaVu Sans"/>
                <a:ea typeface="DejaVu Sans"/>
                <a:cs typeface="DejaVu Sans"/>
              </a:defRPr>
            </a:pPr>
            <a:r>
              <a:rPr sz="1500" b="1">
                <a:solidFill>
                  <a:srgbClr val="8FCF25"/>
                </a:solidFill>
                <a:latin typeface="DejaVu Sans"/>
                <a:ea typeface="DejaVu Sans"/>
                <a:cs typeface="DejaVu Sans"/>
              </a:rPr>
              <a:t>PhD · Assistant Professor</a:t>
            </a:r>
          </a:p>
        </p:txBody>
      </p:sp>
      <p:sp>
        <p:nvSpPr>
          <p:cNvPr id="6" name="Прямоугольник 5">
            <a:extLst xmlns:a="http://schemas.openxmlformats.org/drawingml/2006/main">
              <a:ext uri="{FF2B5EF4-FFF2-40B4-BE49-F238E27FC236}">
                <a16:creationId xmlns:a16="http://schemas.microsoft.com/office/drawing/2014/main" id="{C7C70779-E210-4818-9E62-7E14311D5E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2905125"/>
            <a:ext cx="59055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5454" lnSpcReduction="1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650" b="0">
                <a:solidFill>
                  <a:srgbClr val="0E1420"/>
                </a:solidFill>
                <a:latin typeface="DejaVu Sans"/>
                <a:ea typeface="DejaVu Sans"/>
                <a:cs typeface="DejaVu Sans"/>
              </a:defRPr>
            </a:pPr>
            <a:r>
              <a:rPr sz="1650" b="0">
                <a:solidFill>
                  <a:srgbClr val="0E1420"/>
                </a:solidFill>
                <a:latin typeface="DejaVu Sans"/>
                <a:ea typeface="DejaVu Sans"/>
                <a:cs typeface="DejaVu Sans"/>
              </a:rPr>
              <a:t>Жасанды интеллект саласындағы зерттеуші және оқытушы</a:t>
            </a:r>
          </a:p>
        </p:txBody>
      </p:sp>
      <p:sp>
        <p:nvSpPr>
          <p:cNvPr id="7" name="Прямоугольник 6">
            <a:extLst xmlns:a="http://schemas.openxmlformats.org/drawingml/2006/main">
              <a:ext uri="{FF2B5EF4-FFF2-40B4-BE49-F238E27FC236}">
                <a16:creationId xmlns:a16="http://schemas.microsoft.com/office/drawing/2014/main" id="{69D8292E-6309-4A5C-8E90-F74F6430F1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3714750"/>
            <a:ext cx="2667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8437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8FCF25"/>
                </a:solidFill>
                <a:latin typeface="DejaVu Sans"/>
                <a:ea typeface="DejaVu Sans"/>
                <a:cs typeface="DejaVu Sans"/>
              </a:defRPr>
            </a:pPr>
            <a:r>
              <a:rPr sz="1500" b="1">
                <a:solidFill>
                  <a:srgbClr val="8FCF25"/>
                </a:solidFill>
                <a:latin typeface="DejaVu Sans"/>
                <a:ea typeface="DejaVu Sans"/>
                <a:cs typeface="DejaVu Sans"/>
              </a:rPr>
              <a:t>•</a:t>
            </a:r>
          </a:p>
        </p:txBody>
      </p:sp>
      <p:sp>
        <p:nvSpPr>
          <p:cNvPr id="8" name="Прямоугольник 7">
            <a:extLst xmlns:a="http://schemas.openxmlformats.org/drawingml/2006/main">
              <a:ext uri="{FF2B5EF4-FFF2-40B4-BE49-F238E27FC236}">
                <a16:creationId xmlns:a16="http://schemas.microsoft.com/office/drawing/2014/main" id="{553B08F7-F5B9-48CC-A38E-35134E0BAB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33950" y="3714750"/>
            <a:ext cx="58293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0">
                <a:solidFill>
                  <a:srgbClr val="0E1420"/>
                </a:solidFill>
                <a:latin typeface="DejaVu Sans"/>
                <a:ea typeface="DejaVu Sans"/>
                <a:cs typeface="DejaVu Sans"/>
              </a:defRPr>
            </a:pPr>
            <a:r>
              <a:rPr sz="1500" b="0">
                <a:solidFill>
                  <a:srgbClr val="0E1420"/>
                </a:solidFill>
                <a:latin typeface="DejaVu Sans"/>
                <a:ea typeface="DejaVu Sans"/>
                <a:cs typeface="DejaVu Sans"/>
              </a:rPr>
              <a:t>NLP: табиғи тілді өңдеу</a:t>
            </a:r>
          </a:p>
        </p:txBody>
      </p:sp>
      <p:sp>
        <p:nvSpPr>
          <p:cNvPr id="9" name="Прямоугольник 8">
            <a:extLst xmlns:a="http://schemas.openxmlformats.org/drawingml/2006/main">
              <a:ext uri="{FF2B5EF4-FFF2-40B4-BE49-F238E27FC236}">
                <a16:creationId xmlns:a16="http://schemas.microsoft.com/office/drawing/2014/main" id="{00748F8F-9487-4A2A-8D3A-AFD6D11EF0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4286250"/>
            <a:ext cx="2667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8437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8FCF25"/>
                </a:solidFill>
                <a:latin typeface="DejaVu Sans"/>
                <a:ea typeface="DejaVu Sans"/>
                <a:cs typeface="DejaVu Sans"/>
              </a:defRPr>
            </a:pPr>
            <a:r>
              <a:rPr sz="1500" b="1">
                <a:solidFill>
                  <a:srgbClr val="8FCF25"/>
                </a:solidFill>
                <a:latin typeface="DejaVu Sans"/>
                <a:ea typeface="DejaVu Sans"/>
                <a:cs typeface="DejaVu Sans"/>
              </a:rPr>
              <a:t>•</a:t>
            </a:r>
          </a:p>
        </p:txBody>
      </p:sp>
      <p:sp>
        <p:nvSpPr>
          <p:cNvPr id="10" name="Прямоугольник 9">
            <a:extLst xmlns:a="http://schemas.openxmlformats.org/drawingml/2006/main">
              <a:ext uri="{FF2B5EF4-FFF2-40B4-BE49-F238E27FC236}">
                <a16:creationId xmlns:a16="http://schemas.microsoft.com/office/drawing/2014/main" id="{F084DA95-E47A-4DCA-ABC3-FAA170294F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33950" y="4286250"/>
            <a:ext cx="58293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0">
                <a:solidFill>
                  <a:srgbClr val="0E1420"/>
                </a:solidFill>
                <a:latin typeface="DejaVu Sans"/>
                <a:ea typeface="DejaVu Sans"/>
                <a:cs typeface="DejaVu Sans"/>
              </a:defRPr>
            </a:pPr>
            <a:r>
              <a:rPr sz="1500" b="0">
                <a:solidFill>
                  <a:srgbClr val="0E1420"/>
                </a:solidFill>
                <a:latin typeface="DejaVu Sans"/>
                <a:ea typeface="DejaVu Sans"/>
                <a:cs typeface="DejaVu Sans"/>
              </a:rPr>
              <a:t>ASR: сөйлеуді автоматты тану</a:t>
            </a:r>
          </a:p>
        </p:txBody>
      </p:sp>
      <p:sp>
        <p:nvSpPr>
          <p:cNvPr id="11" name="Прямоугольник 10">
            <a:extLst xmlns:a="http://schemas.openxmlformats.org/drawingml/2006/main">
              <a:ext uri="{FF2B5EF4-FFF2-40B4-BE49-F238E27FC236}">
                <a16:creationId xmlns:a16="http://schemas.microsoft.com/office/drawing/2014/main" id="{CC60C5BC-40ED-416A-9411-8B49F4C6FA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4857750"/>
            <a:ext cx="2667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8437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8FCF25"/>
                </a:solidFill>
                <a:latin typeface="DejaVu Sans"/>
                <a:ea typeface="DejaVu Sans"/>
                <a:cs typeface="DejaVu Sans"/>
              </a:defRPr>
            </a:pPr>
            <a:r>
              <a:rPr sz="1500" b="1">
                <a:solidFill>
                  <a:srgbClr val="8FCF25"/>
                </a:solidFill>
                <a:latin typeface="DejaVu Sans"/>
                <a:ea typeface="DejaVu Sans"/>
                <a:cs typeface="DejaVu Sans"/>
              </a:rPr>
              <a:t>•</a:t>
            </a:r>
          </a:p>
        </p:txBody>
      </p:sp>
      <p:sp>
        <p:nvSpPr>
          <p:cNvPr id="12" name="Прямоугольник 11">
            <a:extLst xmlns:a="http://schemas.openxmlformats.org/drawingml/2006/main">
              <a:ext uri="{FF2B5EF4-FFF2-40B4-BE49-F238E27FC236}">
                <a16:creationId xmlns:a16="http://schemas.microsoft.com/office/drawing/2014/main" id="{63679A2E-567E-41B6-B9E5-ABD6E380F9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33950" y="4857750"/>
            <a:ext cx="58293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0">
                <a:solidFill>
                  <a:srgbClr val="0E1420"/>
                </a:solidFill>
                <a:latin typeface="DejaVu Sans"/>
                <a:ea typeface="DejaVu Sans"/>
                <a:cs typeface="DejaVu Sans"/>
              </a:defRPr>
            </a:pPr>
            <a:r>
              <a:rPr sz="1500" b="0">
                <a:solidFill>
                  <a:srgbClr val="0E1420"/>
                </a:solidFill>
                <a:latin typeface="DejaVu Sans"/>
                <a:ea typeface="DejaVu Sans"/>
                <a:cs typeface="DejaVu Sans"/>
              </a:rPr>
              <a:t>ЖИ құралдарын білімде және жұмыста қолдану</a:t>
            </a:r>
          </a:p>
        </p:txBody>
      </p:sp>
      <p:sp>
        <p:nvSpPr>
          <p:cNvPr id="13" name="Прямоугольник 12">
            <a:extLst xmlns:a="http://schemas.openxmlformats.org/drawingml/2006/main">
              <a:ext uri="{FF2B5EF4-FFF2-40B4-BE49-F238E27FC236}">
                <a16:creationId xmlns:a16="http://schemas.microsoft.com/office/drawing/2014/main" id="{522F4EE0-BD53-40BF-B0B8-E7856B013C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9850"/>
            <a:ext cx="476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5679" lnSpcReduction="1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900" b="0">
                <a:solidFill>
                  <a:srgbClr val="59616E"/>
                </a:solidFill>
                <a:latin typeface="DejaVu Sans"/>
                <a:ea typeface="DejaVu Sans"/>
                <a:cs typeface="DejaVu Sans"/>
              </a:defRPr>
            </a:pPr>
            <a:r>
              <a:rPr sz="900" b="0">
                <a:solidFill>
                  <a:srgbClr val="59616E"/>
                </a:solidFill>
                <a:latin typeface="DejaVu Sans"/>
                <a:ea typeface="DejaVu Sans"/>
                <a:cs typeface="DejaVu Sans"/>
              </a:rPr>
              <a:t>02</a:t>
            </a:r>
          </a:p>
        </p:txBody>
      </p:sp>
    </p:spTree>
    <p:extLst>
      <p:ext uri="{BB962C8B-B14F-4D97-AF65-F5344CB8AC3E}">
        <p14:creationId xmlns:p14="http://schemas.microsoft.com/office/powerpoint/2010/main" val="251488516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7F7F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Прямоугольник 14">
            <a:extLst xmlns:a="http://schemas.openxmlformats.org/drawingml/2006/main">
              <a:ext uri="{FF2B5EF4-FFF2-40B4-BE49-F238E27FC236}">
                <a16:creationId xmlns:a16="http://schemas.microsoft.com/office/drawing/2014/main" id="{19CB16B1-84C8-4A51-AA5B-50FC7EB4AF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28600"/>
            <a:ext cx="3810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9808" lnSpcReduction="1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59616E"/>
                </a:solidFill>
                <a:latin typeface="DejaVu Sans"/>
                <a:ea typeface="DejaVu Sans"/>
                <a:cs typeface="DejaVu Sans"/>
              </a:defRPr>
            </a:pPr>
            <a:r>
              <a:rPr sz="975" b="1">
                <a:solidFill>
                  <a:srgbClr val="59616E"/>
                </a:solidFill>
                <a:latin typeface="DejaVu Sans"/>
                <a:ea typeface="DejaVu Sans"/>
                <a:cs typeface="DejaVu Sans"/>
              </a:rPr>
              <a:t>AI / КҮНДЕ</a:t>
            </a:r>
          </a:p>
        </p:txBody>
      </p:sp>
      <p:sp>
        <p:nvSpPr>
          <p:cNvPr id="2" name="Прямоугольник 1">
            <a:extLst xmlns:a="http://schemas.openxmlformats.org/drawingml/2006/main">
              <a:ext uri="{FF2B5EF4-FFF2-40B4-BE49-F238E27FC236}">
                <a16:creationId xmlns:a16="http://schemas.microsoft.com/office/drawing/2014/main" id="{A8CEF73D-181D-4A6D-8C9D-60499933F5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552450"/>
            <a:ext cx="107632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E1420"/>
                </a:solidFill>
                <a:latin typeface="DejaVu Sans"/>
                <a:ea typeface="DejaVu Sans"/>
                <a:cs typeface="DejaVu Sans"/>
              </a:defRPr>
            </a:pPr>
            <a:r>
              <a:rPr sz="2550" b="1">
                <a:solidFill>
                  <a:srgbClr val="0E1420"/>
                </a:solidFill>
                <a:latin typeface="DejaVu Sans"/>
                <a:ea typeface="DejaVu Sans"/>
                <a:cs typeface="DejaVu Sans"/>
              </a:rPr>
              <a:t>Мастер-класс нәтижесі</a:t>
            </a:r>
          </a:p>
        </p:txBody>
      </p:sp>
      <p:sp>
        <p:nvSpPr>
          <p:cNvPr id="3" name="Прямоугольник 2">
            <a:extLst xmlns:a="http://schemas.openxmlformats.org/drawingml/2006/main">
              <a:ext uri="{FF2B5EF4-FFF2-40B4-BE49-F238E27FC236}">
                <a16:creationId xmlns:a16="http://schemas.microsoft.com/office/drawing/2014/main" id="{AD7DD736-9B10-47D8-839B-FA8076ED96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1476375"/>
            <a:ext cx="2667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9750"/>
          </a:bodyPr>
          <a:lstStyle xmlns:a="http://schemas.openxmlformats.org/drawingml/2006/main"/>
          <a:p xmlns:a="http://schemas.openxmlformats.org/drawingml/2006/main">
            <a:pPr algn="l">
              <a:buNone/>
              <a:defRPr sz="1875" b="1">
                <a:solidFill>
                  <a:srgbClr val="8FCF25"/>
                </a:solidFill>
                <a:latin typeface="DejaVu Sans"/>
                <a:ea typeface="DejaVu Sans"/>
                <a:cs typeface="DejaVu Sans"/>
              </a:defRPr>
            </a:pPr>
            <a:r>
              <a:rPr sz="1875" b="1">
                <a:solidFill>
                  <a:srgbClr val="8FCF25"/>
                </a:solidFill>
                <a:latin typeface="DejaVu Sans"/>
                <a:ea typeface="DejaVu Sans"/>
                <a:cs typeface="DejaVu Sans"/>
              </a:rPr>
              <a:t>•</a:t>
            </a:r>
          </a:p>
        </p:txBody>
      </p:sp>
      <p:sp>
        <p:nvSpPr>
          <p:cNvPr id="4" name="Прямоугольник 3">
            <a:extLst xmlns:a="http://schemas.openxmlformats.org/drawingml/2006/main">
              <a:ext uri="{FF2B5EF4-FFF2-40B4-BE49-F238E27FC236}">
                <a16:creationId xmlns:a16="http://schemas.microsoft.com/office/drawing/2014/main" id="{ED106F33-0FEC-44A7-BE3E-D3C69D8437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1476375"/>
            <a:ext cx="992505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875" b="0">
                <a:solidFill>
                  <a:srgbClr val="0E1420"/>
                </a:solidFill>
                <a:latin typeface="DejaVu Sans"/>
                <a:ea typeface="DejaVu Sans"/>
                <a:cs typeface="DejaVu Sans"/>
              </a:defRPr>
            </a:pPr>
            <a:r>
              <a:rPr sz="1875" b="0">
                <a:solidFill>
                  <a:srgbClr val="0E1420"/>
                </a:solidFill>
                <a:latin typeface="DejaVu Sans"/>
                <a:ea typeface="DejaVu Sans"/>
                <a:cs typeface="DejaVu Sans"/>
              </a:rPr>
              <a:t>ЖИ-ге қауіпсіз және нақты тапсырма беру</a:t>
            </a:r>
          </a:p>
        </p:txBody>
      </p:sp>
      <p:sp>
        <p:nvSpPr>
          <p:cNvPr id="5" name="Прямоугольник 4">
            <a:extLst xmlns:a="http://schemas.openxmlformats.org/drawingml/2006/main">
              <a:ext uri="{FF2B5EF4-FFF2-40B4-BE49-F238E27FC236}">
                <a16:creationId xmlns:a16="http://schemas.microsoft.com/office/drawing/2014/main" id="{9D6C70B4-B0FB-41CA-A649-2419CD3051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295525"/>
            <a:ext cx="2667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9750"/>
          </a:bodyPr>
          <a:lstStyle xmlns:a="http://schemas.openxmlformats.org/drawingml/2006/main"/>
          <a:p xmlns:a="http://schemas.openxmlformats.org/drawingml/2006/main">
            <a:pPr algn="l">
              <a:buNone/>
              <a:defRPr sz="1875" b="1">
                <a:solidFill>
                  <a:srgbClr val="8FCF25"/>
                </a:solidFill>
                <a:latin typeface="DejaVu Sans"/>
                <a:ea typeface="DejaVu Sans"/>
                <a:cs typeface="DejaVu Sans"/>
              </a:defRPr>
            </a:pPr>
            <a:r>
              <a:rPr sz="1875" b="1">
                <a:solidFill>
                  <a:srgbClr val="8FCF25"/>
                </a:solidFill>
                <a:latin typeface="DejaVu Sans"/>
                <a:ea typeface="DejaVu Sans"/>
                <a:cs typeface="DejaVu Sans"/>
              </a:rPr>
              <a:t>•</a:t>
            </a:r>
          </a:p>
        </p:txBody>
      </p:sp>
      <p:sp>
        <p:nvSpPr>
          <p:cNvPr id="6" name="Прямоугольник 5">
            <a:extLst xmlns:a="http://schemas.openxmlformats.org/drawingml/2006/main">
              <a:ext uri="{FF2B5EF4-FFF2-40B4-BE49-F238E27FC236}">
                <a16:creationId xmlns:a16="http://schemas.microsoft.com/office/drawing/2014/main" id="{B1417A51-485D-407A-BC7E-BAEE3143A0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2295525"/>
            <a:ext cx="992505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875" b="0">
                <a:solidFill>
                  <a:srgbClr val="0E1420"/>
                </a:solidFill>
                <a:latin typeface="DejaVu Sans"/>
                <a:ea typeface="DejaVu Sans"/>
                <a:cs typeface="DejaVu Sans"/>
              </a:defRPr>
            </a:pPr>
            <a:r>
              <a:rPr sz="1875" b="0">
                <a:solidFill>
                  <a:srgbClr val="0E1420"/>
                </a:solidFill>
                <a:latin typeface="DejaVu Sans"/>
                <a:ea typeface="DejaVu Sans"/>
                <a:cs typeface="DejaVu Sans"/>
              </a:rPr>
              <a:t>Қызметтік хат пен хаттаманы жылдам дайындау</a:t>
            </a:r>
          </a:p>
        </p:txBody>
      </p:sp>
      <p:sp>
        <p:nvSpPr>
          <p:cNvPr id="7" name="Прямоугольник 6">
            <a:extLst xmlns:a="http://schemas.openxmlformats.org/drawingml/2006/main">
              <a:ext uri="{FF2B5EF4-FFF2-40B4-BE49-F238E27FC236}">
                <a16:creationId xmlns:a16="http://schemas.microsoft.com/office/drawing/2014/main" id="{7F6F3069-052E-4A11-A3B8-75923BF40A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114675"/>
            <a:ext cx="2667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9750"/>
          </a:bodyPr>
          <a:lstStyle xmlns:a="http://schemas.openxmlformats.org/drawingml/2006/main"/>
          <a:p xmlns:a="http://schemas.openxmlformats.org/drawingml/2006/main">
            <a:pPr algn="l">
              <a:buNone/>
              <a:defRPr sz="1875" b="1">
                <a:solidFill>
                  <a:srgbClr val="8FCF25"/>
                </a:solidFill>
                <a:latin typeface="DejaVu Sans"/>
                <a:ea typeface="DejaVu Sans"/>
                <a:cs typeface="DejaVu Sans"/>
              </a:defRPr>
            </a:pPr>
            <a:r>
              <a:rPr sz="1875" b="1">
                <a:solidFill>
                  <a:srgbClr val="8FCF25"/>
                </a:solidFill>
                <a:latin typeface="DejaVu Sans"/>
                <a:ea typeface="DejaVu Sans"/>
                <a:cs typeface="DejaVu Sans"/>
              </a:rPr>
              <a:t>•</a:t>
            </a:r>
          </a:p>
        </p:txBody>
      </p:sp>
      <p:sp>
        <p:nvSpPr>
          <p:cNvPr id="8" name="Прямоугольник 7">
            <a:extLst xmlns:a="http://schemas.openxmlformats.org/drawingml/2006/main">
              <a:ext uri="{FF2B5EF4-FFF2-40B4-BE49-F238E27FC236}">
                <a16:creationId xmlns:a16="http://schemas.microsoft.com/office/drawing/2014/main" id="{B8E51BEB-80EE-4F7C-BEBF-E1FF9E70EE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3114675"/>
            <a:ext cx="992505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875" b="0">
                <a:solidFill>
                  <a:srgbClr val="0E1420"/>
                </a:solidFill>
                <a:latin typeface="DejaVu Sans"/>
                <a:ea typeface="DejaVu Sans"/>
                <a:cs typeface="DejaVu Sans"/>
              </a:defRPr>
            </a:pPr>
            <a:r>
              <a:rPr sz="1875" b="0">
                <a:solidFill>
                  <a:srgbClr val="0E1420"/>
                </a:solidFill>
                <a:latin typeface="DejaVu Sans"/>
                <a:ea typeface="DejaVu Sans"/>
                <a:cs typeface="DejaVu Sans"/>
              </a:rPr>
              <a:t>Excel және мәтіндік деректерден мәселені табу</a:t>
            </a:r>
          </a:p>
        </p:txBody>
      </p:sp>
      <p:sp>
        <p:nvSpPr>
          <p:cNvPr id="9" name="Прямоугольник 8">
            <a:extLst xmlns:a="http://schemas.openxmlformats.org/drawingml/2006/main">
              <a:ext uri="{FF2B5EF4-FFF2-40B4-BE49-F238E27FC236}">
                <a16:creationId xmlns:a16="http://schemas.microsoft.com/office/drawing/2014/main" id="{34C61D13-4620-4EA2-AE4F-1EDBCF95EA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933825"/>
            <a:ext cx="2667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9750"/>
          </a:bodyPr>
          <a:lstStyle xmlns:a="http://schemas.openxmlformats.org/drawingml/2006/main"/>
          <a:p xmlns:a="http://schemas.openxmlformats.org/drawingml/2006/main">
            <a:pPr algn="l">
              <a:buNone/>
              <a:defRPr sz="1875" b="1">
                <a:solidFill>
                  <a:srgbClr val="8FCF25"/>
                </a:solidFill>
                <a:latin typeface="DejaVu Sans"/>
                <a:ea typeface="DejaVu Sans"/>
                <a:cs typeface="DejaVu Sans"/>
              </a:defRPr>
            </a:pPr>
            <a:r>
              <a:rPr sz="1875" b="1">
                <a:solidFill>
                  <a:srgbClr val="8FCF25"/>
                </a:solidFill>
                <a:latin typeface="DejaVu Sans"/>
                <a:ea typeface="DejaVu Sans"/>
                <a:cs typeface="DejaVu Sans"/>
              </a:rPr>
              <a:t>•</a:t>
            </a:r>
          </a:p>
        </p:txBody>
      </p:sp>
      <p:sp>
        <p:nvSpPr>
          <p:cNvPr id="10" name="Прямоугольник 9">
            <a:extLst xmlns:a="http://schemas.openxmlformats.org/drawingml/2006/main">
              <a:ext uri="{FF2B5EF4-FFF2-40B4-BE49-F238E27FC236}">
                <a16:creationId xmlns:a16="http://schemas.microsoft.com/office/drawing/2014/main" id="{31E92607-A22C-4DAE-93D7-FC0E85B834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3933825"/>
            <a:ext cx="992505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875" b="0">
                <a:solidFill>
                  <a:srgbClr val="0E1420"/>
                </a:solidFill>
                <a:latin typeface="DejaVu Sans"/>
                <a:ea typeface="DejaVu Sans"/>
                <a:cs typeface="DejaVu Sans"/>
              </a:defRPr>
            </a:pPr>
            <a:r>
              <a:rPr sz="1875" b="0">
                <a:solidFill>
                  <a:srgbClr val="0E1420"/>
                </a:solidFill>
                <a:latin typeface="DejaVu Sans"/>
                <a:ea typeface="DejaVu Sans"/>
                <a:cs typeface="DejaVu Sans"/>
              </a:rPr>
              <a:t>Нәтижені тексеріп, жұмысқа жарамды нұсқаға жеткізу</a:t>
            </a:r>
          </a:p>
        </p:txBody>
      </p:sp>
      <p:sp>
        <p:nvSpPr>
          <p:cNvPr id="11" name="Прямоугольник 10">
            <a:extLst xmlns:a="http://schemas.openxmlformats.org/drawingml/2006/main">
              <a:ext uri="{FF2B5EF4-FFF2-40B4-BE49-F238E27FC236}">
                <a16:creationId xmlns:a16="http://schemas.microsoft.com/office/drawing/2014/main" id="{71537A96-2C33-4C7F-9749-FB260164E5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752975"/>
            <a:ext cx="2667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9750"/>
          </a:bodyPr>
          <a:lstStyle xmlns:a="http://schemas.openxmlformats.org/drawingml/2006/main"/>
          <a:p xmlns:a="http://schemas.openxmlformats.org/drawingml/2006/main">
            <a:pPr algn="l">
              <a:buNone/>
              <a:defRPr sz="1875" b="1">
                <a:solidFill>
                  <a:srgbClr val="8FCF25"/>
                </a:solidFill>
                <a:latin typeface="DejaVu Sans"/>
                <a:ea typeface="DejaVu Sans"/>
                <a:cs typeface="DejaVu Sans"/>
              </a:defRPr>
            </a:pPr>
            <a:r>
              <a:rPr sz="1875" b="1">
                <a:solidFill>
                  <a:srgbClr val="8FCF25"/>
                </a:solidFill>
                <a:latin typeface="DejaVu Sans"/>
                <a:ea typeface="DejaVu Sans"/>
                <a:cs typeface="DejaVu Sans"/>
              </a:rPr>
              <a:t>•</a:t>
            </a:r>
          </a:p>
        </p:txBody>
      </p:sp>
      <p:sp>
        <p:nvSpPr>
          <p:cNvPr id="12" name="Прямоугольник 11">
            <a:extLst xmlns:a="http://schemas.openxmlformats.org/drawingml/2006/main">
              <a:ext uri="{FF2B5EF4-FFF2-40B4-BE49-F238E27FC236}">
                <a16:creationId xmlns:a16="http://schemas.microsoft.com/office/drawing/2014/main" id="{5C08360B-0DE2-4E59-95DC-B9AC38F816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4752975"/>
            <a:ext cx="992505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875" b="0">
                <a:solidFill>
                  <a:srgbClr val="0E1420"/>
                </a:solidFill>
                <a:latin typeface="DejaVu Sans"/>
                <a:ea typeface="DejaVu Sans"/>
                <a:cs typeface="DejaVu Sans"/>
              </a:defRPr>
            </a:pPr>
            <a:r>
              <a:rPr sz="1875" b="0">
                <a:solidFill>
                  <a:srgbClr val="0E1420"/>
                </a:solidFill>
                <a:latin typeface="DejaVu Sans"/>
                <a:ea typeface="DejaVu Sans"/>
                <a:cs typeface="DejaVu Sans"/>
              </a:rPr>
              <a:t>Өзіңіздің бір міндетіңіз бойынша дайын нәтиже алу</a:t>
            </a:r>
          </a:p>
        </p:txBody>
      </p:sp>
      <p:sp>
        <p:nvSpPr>
          <p:cNvPr id="13" name="Прямоугольник 12">
            <a:extLst xmlns:a="http://schemas.openxmlformats.org/drawingml/2006/main">
              <a:ext uri="{FF2B5EF4-FFF2-40B4-BE49-F238E27FC236}">
                <a16:creationId xmlns:a16="http://schemas.microsoft.com/office/drawing/2014/main" id="{B32BDB02-1407-4051-B4A1-AB20065C93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5810250"/>
            <a:ext cx="10287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8FCF25"/>
                </a:solidFill>
                <a:latin typeface="DejaVu Sans"/>
                <a:ea typeface="DejaVu Sans"/>
                <a:cs typeface="DejaVu Sans"/>
              </a:defRPr>
            </a:pPr>
            <a:r>
              <a:rPr sz="1500" b="1">
                <a:solidFill>
                  <a:srgbClr val="8FCF25"/>
                </a:solidFill>
                <a:latin typeface="DejaVu Sans"/>
                <a:ea typeface="DejaVu Sans"/>
                <a:cs typeface="DejaVu Sans"/>
              </a:rPr>
              <a:t>Соңында әр қатысушы бір нақты жұмыс нәтижесін сақтайды.</a:t>
            </a:r>
          </a:p>
        </p:txBody>
      </p:sp>
      <p:sp>
        <p:nvSpPr>
          <p:cNvPr id="14" name="Прямоугольник 13">
            <a:extLst xmlns:a="http://schemas.openxmlformats.org/drawingml/2006/main">
              <a:ext uri="{FF2B5EF4-FFF2-40B4-BE49-F238E27FC236}">
                <a16:creationId xmlns:a16="http://schemas.microsoft.com/office/drawing/2014/main" id="{552CE781-46D6-49DD-9B8A-0AD16B77D6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9850"/>
            <a:ext cx="476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5679" lnSpcReduction="1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900" b="0">
                <a:solidFill>
                  <a:srgbClr val="59616E"/>
                </a:solidFill>
                <a:latin typeface="DejaVu Sans"/>
                <a:ea typeface="DejaVu Sans"/>
                <a:cs typeface="DejaVu Sans"/>
              </a:defRPr>
            </a:pPr>
            <a:r>
              <a:rPr sz="900" b="0">
                <a:solidFill>
                  <a:srgbClr val="59616E"/>
                </a:solidFill>
                <a:latin typeface="DejaVu Sans"/>
                <a:ea typeface="DejaVu Sans"/>
                <a:cs typeface="DejaVu Sans"/>
              </a:rPr>
              <a:t>03</a:t>
            </a:r>
          </a:p>
        </p:txBody>
      </p:sp>
    </p:spTree>
    <p:extLst>
      <p:ext uri="{BB962C8B-B14F-4D97-AF65-F5344CB8AC3E}">
        <p14:creationId xmlns:p14="http://schemas.microsoft.com/office/powerpoint/2010/main" val="910643974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7F7F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Прямоугольник 5">
            <a:extLst xmlns:a="http://schemas.openxmlformats.org/drawingml/2006/main">
              <a:ext uri="{FF2B5EF4-FFF2-40B4-BE49-F238E27FC236}">
                <a16:creationId xmlns:a16="http://schemas.microsoft.com/office/drawing/2014/main" id="{1D608398-324B-46E9-90F5-734BBA8AF9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28600"/>
            <a:ext cx="3810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9808" lnSpcReduction="1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59616E"/>
                </a:solidFill>
                <a:latin typeface="DejaVu Sans"/>
                <a:ea typeface="DejaVu Sans"/>
                <a:cs typeface="DejaVu Sans"/>
              </a:defRPr>
            </a:pPr>
            <a:r>
              <a:rPr sz="975" b="1">
                <a:solidFill>
                  <a:srgbClr val="59616E"/>
                </a:solidFill>
                <a:latin typeface="DejaVu Sans"/>
                <a:ea typeface="DejaVu Sans"/>
                <a:cs typeface="DejaVu Sans"/>
              </a:rPr>
              <a:t>AI / КҮНДЕ</a:t>
            </a:r>
          </a:p>
        </p:txBody>
      </p:sp>
      <p:sp>
        <p:nvSpPr>
          <p:cNvPr id="2" name="Прямоугольник 1">
            <a:extLst xmlns:a="http://schemas.openxmlformats.org/drawingml/2006/main">
              <a:ext uri="{FF2B5EF4-FFF2-40B4-BE49-F238E27FC236}">
                <a16:creationId xmlns:a16="http://schemas.microsoft.com/office/drawing/2014/main" id="{7BF9C089-16CD-494C-AD51-93C60D403B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552450"/>
            <a:ext cx="107632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E1420"/>
                </a:solidFill>
                <a:latin typeface="DejaVu Sans"/>
                <a:ea typeface="DejaVu Sans"/>
                <a:cs typeface="DejaVu Sans"/>
              </a:defRPr>
            </a:pPr>
            <a:r>
              <a:rPr sz="2550" b="1">
                <a:solidFill>
                  <a:srgbClr val="0E1420"/>
                </a:solidFill>
                <a:latin typeface="DejaVu Sans"/>
                <a:ea typeface="DejaVu Sans"/>
                <a:cs typeface="DejaVu Sans"/>
              </a:rPr>
              <a:t>Жасанды интеллект деген не?</a:t>
            </a:r>
          </a:p>
        </p:txBody>
      </p:sp>
      <p:sp>
        <p:nvSpPr>
          <p:cNvPr id="3" name="Прямоугольник 2">
            <a:extLst xmlns:a="http://schemas.openxmlformats.org/drawingml/2006/main">
              <a:ext uri="{FF2B5EF4-FFF2-40B4-BE49-F238E27FC236}">
                <a16:creationId xmlns:a16="http://schemas.microsoft.com/office/drawing/2014/main" id="{B540EABE-CEA0-4ECB-BAC7-59FD12D3F0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381125"/>
            <a:ext cx="107632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175" b="1">
                <a:solidFill>
                  <a:srgbClr val="0E1420"/>
                </a:solidFill>
                <a:latin typeface="DejaVu Sans"/>
                <a:ea typeface="DejaVu Sans"/>
                <a:cs typeface="DejaVu Sans"/>
              </a:defRPr>
            </a:pPr>
            <a:r>
              <a:rPr sz="2175" b="1">
                <a:solidFill>
                  <a:srgbClr val="0E1420"/>
                </a:solidFill>
                <a:latin typeface="DejaVu Sans"/>
                <a:ea typeface="DejaVu Sans"/>
                <a:cs typeface="DejaVu Sans"/>
              </a:rPr>
              <a:t>ЖИ мәтін, сурет, дыбыс және деректерді талдап, адамның тапсырмасы бойынша жауап немесе материал дайындайды.</a:t>
            </a:r>
          </a:p>
        </p:txBody>
      </p:sp>
      <p:graphicFrame>
        <p:nvGraphicFramePr>
          <p:cNvPr id="11" name="Таблица 8"/>
          <p:cNvGraphicFramePr/>
          <p:nvPr/>
        </p:nvGraphicFramePr>
        <p:xfrm>
          <a:off xmlns:a="http://schemas.openxmlformats.org/drawingml/2006/main" x="704850" y="2714625"/>
          <a:ext xmlns:a="http://schemas.openxmlformats.org/drawingml/2006/main" cx="10763250" cy="266700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2000250"/>
                <a:gridCol w="4000500"/>
                <a:gridCol w="4762500"/>
              </a:tblGrid>
              <a:tr h="533400">
                <a:tc>
                  <a:txBody>
                    <a:bodyPr/>
                    <a:lstStyle/>
                    <a:p>
                      <a:r>
                        <a:rPr sz="1125" b="1">
                          <a:solidFill>
                            <a:srgbClr val="0E1420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Кіріс</a:t>
                      </a:r>
                    </a:p>
                  </a:txBody>
                  <a:tcPr marL="91440" marR="91440" marT="45720" marB="45720">
                    <a:solidFill>
                      <a:srgbClr val="B8F23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25" b="1">
                          <a:solidFill>
                            <a:srgbClr val="0E1420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ЖИ не істейді</a:t>
                      </a:r>
                    </a:p>
                  </a:txBody>
                  <a:tcPr marL="91440" marR="91440" marT="45720" marB="45720">
                    <a:solidFill>
                      <a:srgbClr val="B8F23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25" b="1">
                          <a:solidFill>
                            <a:srgbClr val="0E1420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Нәтиже</a:t>
                      </a:r>
                    </a:p>
                  </a:txBody>
                  <a:tcPr marL="91440" marR="91440" marT="45720" marB="45720">
                    <a:solidFill>
                      <a:srgbClr val="B8F238"/>
                    </a:solidFill>
                  </a:tcPr>
                </a:tc>
              </a:tr>
              <a:tr h="533400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0E1420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Мәтін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0E1420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Мағынаны талдайды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0E1420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Хат, қысқаша мазмұн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533400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0E1420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Кесте</a:t>
                      </a:r>
                    </a:p>
                  </a:txBody>
                  <a:tcPr marL="91440" marR="91440" marT="45720" marB="45720">
                    <a:solidFill>
                      <a:srgbClr val="EDF2E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0E1420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Үлгілер мен қателерді табады</a:t>
                      </a:r>
                    </a:p>
                  </a:txBody>
                  <a:tcPr marL="91440" marR="91440" marT="45720" marB="45720">
                    <a:solidFill>
                      <a:srgbClr val="EDF2E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0E1420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Есеп, тексеру тізімі</a:t>
                      </a:r>
                    </a:p>
                  </a:txBody>
                  <a:tcPr marL="91440" marR="91440" marT="45720" marB="45720">
                    <a:solidFill>
                      <a:srgbClr val="EDF2E3"/>
                    </a:solidFill>
                  </a:tcPr>
                </a:tc>
              </a:tr>
              <a:tr h="533400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0E1420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Фото немесе файл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0E1420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Мазмұнын таниды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0E1420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Түсіндіру, сұрақтар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533400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0E1420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Нұсқау</a:t>
                      </a:r>
                    </a:p>
                  </a:txBody>
                  <a:tcPr marL="91440" marR="91440" marT="45720" marB="45720">
                    <a:solidFill>
                      <a:srgbClr val="EDF2E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0E1420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Жаңа материал құрастырады</a:t>
                      </a:r>
                    </a:p>
                  </a:txBody>
                  <a:tcPr marL="91440" marR="91440" marT="45720" marB="45720">
                    <a:solidFill>
                      <a:srgbClr val="EDF2E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0E1420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Слайд, тест, жоспар</a:t>
                      </a:r>
                    </a:p>
                  </a:txBody>
                  <a:tcPr marL="91440" marR="91440" marT="45720" marB="45720">
                    <a:solidFill>
                      <a:srgbClr val="EDF2E3"/>
                    </a:solidFill>
                  </a:tcPr>
                </a:tc>
              </a:tr>
            </a:tbl>
          </a:graphicData>
        </a:graphic>
      </p:graphicFrame>
      <p:sp>
        <p:nvSpPr>
          <p:cNvPr id="5" name="Прямоугольник 4">
            <a:extLst xmlns:a="http://schemas.openxmlformats.org/drawingml/2006/main">
              <a:ext uri="{FF2B5EF4-FFF2-40B4-BE49-F238E27FC236}">
                <a16:creationId xmlns:a16="http://schemas.microsoft.com/office/drawing/2014/main" id="{0D2858F5-8F73-4E6B-A321-9993F73E96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9850"/>
            <a:ext cx="476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5679" lnSpcReduction="1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900" b="0">
                <a:solidFill>
                  <a:srgbClr val="59616E"/>
                </a:solidFill>
                <a:latin typeface="DejaVu Sans"/>
                <a:ea typeface="DejaVu Sans"/>
                <a:cs typeface="DejaVu Sans"/>
              </a:defRPr>
            </a:pPr>
            <a:r>
              <a:rPr sz="900" b="0">
                <a:solidFill>
                  <a:srgbClr val="59616E"/>
                </a:solidFill>
                <a:latin typeface="DejaVu Sans"/>
                <a:ea typeface="DejaVu Sans"/>
                <a:cs typeface="DejaVu Sans"/>
              </a:rPr>
              <a:t>04</a:t>
            </a:r>
          </a:p>
        </p:txBody>
      </p:sp>
    </p:spTree>
    <p:extLst>
      <p:ext uri="{BB962C8B-B14F-4D97-AF65-F5344CB8AC3E}">
        <p14:creationId xmlns:p14="http://schemas.microsoft.com/office/powerpoint/2010/main" val="1587097035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7F7F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0" name="Прямоугольник 19">
            <a:extLst xmlns:a="http://schemas.openxmlformats.org/drawingml/2006/main">
              <a:ext uri="{FF2B5EF4-FFF2-40B4-BE49-F238E27FC236}">
                <a16:creationId xmlns:a16="http://schemas.microsoft.com/office/drawing/2014/main" id="{E10DE011-6468-4337-8EB1-00FCF5BBC4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28600"/>
            <a:ext cx="3810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9808" lnSpcReduction="1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59616E"/>
                </a:solidFill>
                <a:latin typeface="DejaVu Sans"/>
                <a:ea typeface="DejaVu Sans"/>
                <a:cs typeface="DejaVu Sans"/>
              </a:defRPr>
            </a:pPr>
            <a:r>
              <a:rPr sz="975" b="1">
                <a:solidFill>
                  <a:srgbClr val="59616E"/>
                </a:solidFill>
                <a:latin typeface="DejaVu Sans"/>
                <a:ea typeface="DejaVu Sans"/>
                <a:cs typeface="DejaVu Sans"/>
              </a:rPr>
              <a:t>AI / КҮНДЕ</a:t>
            </a:r>
          </a:p>
        </p:txBody>
      </p:sp>
      <p:sp>
        <p:nvSpPr>
          <p:cNvPr id="2" name="Прямоугольник 1">
            <a:extLst xmlns:a="http://schemas.openxmlformats.org/drawingml/2006/main">
              <a:ext uri="{FF2B5EF4-FFF2-40B4-BE49-F238E27FC236}">
                <a16:creationId xmlns:a16="http://schemas.microsoft.com/office/drawing/2014/main" id="{D3EDB5E4-6454-4F18-AABB-96283C2B31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552450"/>
            <a:ext cx="107632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E1420"/>
                </a:solidFill>
                <a:latin typeface="DejaVu Sans"/>
                <a:ea typeface="DejaVu Sans"/>
                <a:cs typeface="DejaVu Sans"/>
              </a:defRPr>
            </a:pPr>
            <a:r>
              <a:rPr sz="2550" b="1">
                <a:solidFill>
                  <a:srgbClr val="0E1420"/>
                </a:solidFill>
                <a:latin typeface="DejaVu Sans"/>
                <a:ea typeface="DejaVu Sans"/>
                <a:cs typeface="DejaVu Sans"/>
              </a:rPr>
              <a:t>ЖИ-мен жұмыс барысы</a:t>
            </a:r>
          </a:p>
        </p:txBody>
      </p:sp>
      <p:sp>
        <p:nvSpPr>
          <p:cNvPr id="3" name="Скругленный прямоугольник 2">
            <a:extLst xmlns:a="http://schemas.openxmlformats.org/drawingml/2006/main">
              <a:ext uri="{FF2B5EF4-FFF2-40B4-BE49-F238E27FC236}">
                <a16:creationId xmlns:a16="http://schemas.microsoft.com/office/drawing/2014/main" id="{F8A607DB-DE59-4E29-A81A-3E3D569E5D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286000"/>
            <a:ext cx="1809750" cy="1285875"/>
          </a:xfrm>
          <a:prstGeom xmlns:a="http://schemas.openxmlformats.org/drawingml/2006/main" prst="roundRect">
            <a:avLst>
              <a:gd name="adj" fmla="val 1333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CC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Прямоугольник 3">
            <a:extLst xmlns:a="http://schemas.openxmlformats.org/drawingml/2006/main">
              <a:ext uri="{FF2B5EF4-FFF2-40B4-BE49-F238E27FC236}">
                <a16:creationId xmlns:a16="http://schemas.microsoft.com/office/drawing/2014/main" id="{1567A10F-56CF-48B9-AD67-88A4C9B680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2428875"/>
            <a:ext cx="381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4444" lnSpcReduction="1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8FCF25"/>
                </a:solidFill>
                <a:latin typeface="DejaVu Sans"/>
                <a:ea typeface="DejaVu Sans"/>
                <a:cs typeface="DejaVu Sans"/>
              </a:defRPr>
            </a:pPr>
            <a:r>
              <a:rPr sz="1350" b="1">
                <a:solidFill>
                  <a:srgbClr val="8FCF25"/>
                </a:solidFill>
                <a:latin typeface="DejaVu Sans"/>
                <a:ea typeface="DejaVu Sans"/>
                <a:cs typeface="DejaVu Sans"/>
              </a:rPr>
              <a:t>1</a:t>
            </a:r>
          </a:p>
        </p:txBody>
      </p:sp>
      <p:sp>
        <p:nvSpPr>
          <p:cNvPr id="5" name="Прямоугольник 4">
            <a:extLst xmlns:a="http://schemas.openxmlformats.org/drawingml/2006/main">
              <a:ext uri="{FF2B5EF4-FFF2-40B4-BE49-F238E27FC236}">
                <a16:creationId xmlns:a16="http://schemas.microsoft.com/office/drawing/2014/main" id="{C368A19B-F3F2-4B28-85C4-4F8AC1A9DF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2809875"/>
            <a:ext cx="14287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650" b="1">
                <a:solidFill>
                  <a:srgbClr val="0E1420"/>
                </a:solidFill>
                <a:latin typeface="DejaVu Sans"/>
                <a:ea typeface="DejaVu Sans"/>
                <a:cs typeface="DejaVu Sans"/>
              </a:defRPr>
            </a:pPr>
            <a:r>
              <a:rPr sz="1650" b="1">
                <a:solidFill>
                  <a:srgbClr val="0E1420"/>
                </a:solidFill>
                <a:latin typeface="DejaVu Sans"/>
                <a:ea typeface="DejaVu Sans"/>
                <a:cs typeface="DejaVu Sans"/>
              </a:rPr>
              <a:t>Міндет</a:t>
            </a:r>
          </a:p>
        </p:txBody>
      </p:sp>
      <p:sp>
        <p:nvSpPr>
          <p:cNvPr id="6" name="Скругленный прямоугольник 5">
            <a:extLst xmlns:a="http://schemas.openxmlformats.org/drawingml/2006/main">
              <a:ext uri="{FF2B5EF4-FFF2-40B4-BE49-F238E27FC236}">
                <a16:creationId xmlns:a16="http://schemas.microsoft.com/office/drawing/2014/main" id="{8F102061-5B97-4FDD-BB23-115AF637F2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95600" y="2286000"/>
            <a:ext cx="1809750" cy="1285875"/>
          </a:xfrm>
          <a:prstGeom xmlns:a="http://schemas.openxmlformats.org/drawingml/2006/main" prst="roundRect">
            <a:avLst>
              <a:gd name="adj" fmla="val 1333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CC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Прямоугольник 6">
            <a:extLst xmlns:a="http://schemas.openxmlformats.org/drawingml/2006/main">
              <a:ext uri="{FF2B5EF4-FFF2-40B4-BE49-F238E27FC236}">
                <a16:creationId xmlns:a16="http://schemas.microsoft.com/office/drawing/2014/main" id="{C373FE9A-D819-4030-BF47-07EE1B5B4F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86100" y="2428875"/>
            <a:ext cx="381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4444" lnSpcReduction="1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8FCF25"/>
                </a:solidFill>
                <a:latin typeface="DejaVu Sans"/>
                <a:ea typeface="DejaVu Sans"/>
                <a:cs typeface="DejaVu Sans"/>
              </a:defRPr>
            </a:pPr>
            <a:r>
              <a:rPr sz="1350" b="1">
                <a:solidFill>
                  <a:srgbClr val="8FCF25"/>
                </a:solidFill>
                <a:latin typeface="DejaVu Sans"/>
                <a:ea typeface="DejaVu Sans"/>
                <a:cs typeface="DejaVu Sans"/>
              </a:rPr>
              <a:t>2</a:t>
            </a:r>
          </a:p>
        </p:txBody>
      </p:sp>
      <p:sp>
        <p:nvSpPr>
          <p:cNvPr id="8" name="Прямоугольник 7">
            <a:extLst xmlns:a="http://schemas.openxmlformats.org/drawingml/2006/main">
              <a:ext uri="{FF2B5EF4-FFF2-40B4-BE49-F238E27FC236}">
                <a16:creationId xmlns:a16="http://schemas.microsoft.com/office/drawing/2014/main" id="{B5400E83-8D1B-46EE-8EB2-D6635679F4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86100" y="2809875"/>
            <a:ext cx="14287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3485" lnSpcReduction="1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650" b="1">
                <a:solidFill>
                  <a:srgbClr val="0E1420"/>
                </a:solidFill>
                <a:latin typeface="DejaVu Sans"/>
                <a:ea typeface="DejaVu Sans"/>
                <a:cs typeface="DejaVu Sans"/>
              </a:defRPr>
            </a:pPr>
            <a:r>
              <a:rPr sz="1650" b="1">
                <a:solidFill>
                  <a:srgbClr val="0E1420"/>
                </a:solidFill>
                <a:latin typeface="DejaVu Sans"/>
                <a:ea typeface="DejaVu Sans"/>
                <a:cs typeface="DejaVu Sans"/>
              </a:rPr>
              <a:t>Нақты сұрау</a:t>
            </a:r>
          </a:p>
        </p:txBody>
      </p:sp>
      <p:sp>
        <p:nvSpPr>
          <p:cNvPr id="9" name="Скругленный прямоугольник 8">
            <a:extLst xmlns:a="http://schemas.openxmlformats.org/drawingml/2006/main">
              <a:ext uri="{FF2B5EF4-FFF2-40B4-BE49-F238E27FC236}">
                <a16:creationId xmlns:a16="http://schemas.microsoft.com/office/drawing/2014/main" id="{B41ED5F2-638F-4090-AEB3-B52B9D413E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86350" y="2286000"/>
            <a:ext cx="1809750" cy="1285875"/>
          </a:xfrm>
          <a:prstGeom xmlns:a="http://schemas.openxmlformats.org/drawingml/2006/main" prst="roundRect">
            <a:avLst>
              <a:gd name="adj" fmla="val 1333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CC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0" name="Прямоугольник 9">
            <a:extLst xmlns:a="http://schemas.openxmlformats.org/drawingml/2006/main">
              <a:ext uri="{FF2B5EF4-FFF2-40B4-BE49-F238E27FC236}">
                <a16:creationId xmlns:a16="http://schemas.microsoft.com/office/drawing/2014/main" id="{8739ECB3-D3E8-48F9-BDFA-476981F738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76850" y="2428875"/>
            <a:ext cx="381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4444" lnSpcReduction="1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8FCF25"/>
                </a:solidFill>
                <a:latin typeface="DejaVu Sans"/>
                <a:ea typeface="DejaVu Sans"/>
                <a:cs typeface="DejaVu Sans"/>
              </a:defRPr>
            </a:pPr>
            <a:r>
              <a:rPr sz="1350" b="1">
                <a:solidFill>
                  <a:srgbClr val="8FCF25"/>
                </a:solidFill>
                <a:latin typeface="DejaVu Sans"/>
                <a:ea typeface="DejaVu Sans"/>
                <a:cs typeface="DejaVu Sans"/>
              </a:rPr>
              <a:t>3</a:t>
            </a:r>
          </a:p>
        </p:txBody>
      </p:sp>
      <p:sp>
        <p:nvSpPr>
          <p:cNvPr id="11" name="Прямоугольник 10">
            <a:extLst xmlns:a="http://schemas.openxmlformats.org/drawingml/2006/main">
              <a:ext uri="{FF2B5EF4-FFF2-40B4-BE49-F238E27FC236}">
                <a16:creationId xmlns:a16="http://schemas.microsoft.com/office/drawing/2014/main" id="{ADC68703-354E-447D-98BB-2DAA1287BC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76850" y="2809875"/>
            <a:ext cx="14287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3485" lnSpcReduction="1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650" b="1">
                <a:solidFill>
                  <a:srgbClr val="0E1420"/>
                </a:solidFill>
                <a:latin typeface="DejaVu Sans"/>
                <a:ea typeface="DejaVu Sans"/>
                <a:cs typeface="DejaVu Sans"/>
              </a:defRPr>
            </a:pPr>
            <a:r>
              <a:rPr sz="1650" b="1">
                <a:solidFill>
                  <a:srgbClr val="0E1420"/>
                </a:solidFill>
                <a:latin typeface="DejaVu Sans"/>
                <a:ea typeface="DejaVu Sans"/>
                <a:cs typeface="DejaVu Sans"/>
              </a:rPr>
              <a:t>ЖИ жауабы</a:t>
            </a:r>
          </a:p>
        </p:txBody>
      </p:sp>
      <p:sp>
        <p:nvSpPr>
          <p:cNvPr id="12" name="Скругленный прямоугольник 11">
            <a:extLst xmlns:a="http://schemas.openxmlformats.org/drawingml/2006/main">
              <a:ext uri="{FF2B5EF4-FFF2-40B4-BE49-F238E27FC236}">
                <a16:creationId xmlns:a16="http://schemas.microsoft.com/office/drawing/2014/main" id="{5916A06A-CE47-441D-8B12-4FE0B80B43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77100" y="2286000"/>
            <a:ext cx="1809750" cy="1285875"/>
          </a:xfrm>
          <a:prstGeom xmlns:a="http://schemas.openxmlformats.org/drawingml/2006/main" prst="roundRect">
            <a:avLst>
              <a:gd name="adj" fmla="val 1333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CC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3" name="Прямоугольник 12">
            <a:extLst xmlns:a="http://schemas.openxmlformats.org/drawingml/2006/main">
              <a:ext uri="{FF2B5EF4-FFF2-40B4-BE49-F238E27FC236}">
                <a16:creationId xmlns:a16="http://schemas.microsoft.com/office/drawing/2014/main" id="{4ED27876-2B88-4E18-9298-69B98E4EEB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67600" y="2428875"/>
            <a:ext cx="381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4444" lnSpcReduction="1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8FCF25"/>
                </a:solidFill>
                <a:latin typeface="DejaVu Sans"/>
                <a:ea typeface="DejaVu Sans"/>
                <a:cs typeface="DejaVu Sans"/>
              </a:defRPr>
            </a:pPr>
            <a:r>
              <a:rPr sz="1350" b="1">
                <a:solidFill>
                  <a:srgbClr val="8FCF25"/>
                </a:solidFill>
                <a:latin typeface="DejaVu Sans"/>
                <a:ea typeface="DejaVu Sans"/>
                <a:cs typeface="DejaVu Sans"/>
              </a:rPr>
              <a:t>4</a:t>
            </a:r>
          </a:p>
        </p:txBody>
      </p:sp>
      <p:sp>
        <p:nvSpPr>
          <p:cNvPr id="14" name="Прямоугольник 13">
            <a:extLst xmlns:a="http://schemas.openxmlformats.org/drawingml/2006/main">
              <a:ext uri="{FF2B5EF4-FFF2-40B4-BE49-F238E27FC236}">
                <a16:creationId xmlns:a16="http://schemas.microsoft.com/office/drawing/2014/main" id="{F7D1A46C-8FC3-45FA-A25C-5C7977972D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67600" y="2809875"/>
            <a:ext cx="14287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3485" lnSpcReduction="1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650" b="1">
                <a:solidFill>
                  <a:srgbClr val="0E1420"/>
                </a:solidFill>
                <a:latin typeface="DejaVu Sans"/>
                <a:ea typeface="DejaVu Sans"/>
                <a:cs typeface="DejaVu Sans"/>
              </a:defRPr>
            </a:pPr>
            <a:r>
              <a:rPr sz="1650" b="1">
                <a:solidFill>
                  <a:srgbClr val="0E1420"/>
                </a:solidFill>
                <a:latin typeface="DejaVu Sans"/>
                <a:ea typeface="DejaVu Sans"/>
                <a:cs typeface="DejaVu Sans"/>
              </a:rPr>
              <a:t>Адам тексереді</a:t>
            </a:r>
          </a:p>
        </p:txBody>
      </p:sp>
      <p:sp>
        <p:nvSpPr>
          <p:cNvPr id="15" name="Скругленный прямоугольник 14">
            <a:extLst xmlns:a="http://schemas.openxmlformats.org/drawingml/2006/main">
              <a:ext uri="{FF2B5EF4-FFF2-40B4-BE49-F238E27FC236}">
                <a16:creationId xmlns:a16="http://schemas.microsoft.com/office/drawing/2014/main" id="{91CE7D0B-435B-4326-AF21-E67F85DED1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67850" y="2286000"/>
            <a:ext cx="1809750" cy="1285875"/>
          </a:xfrm>
          <a:prstGeom xmlns:a="http://schemas.openxmlformats.org/drawingml/2006/main" prst="roundRect">
            <a:avLst>
              <a:gd name="adj" fmla="val 13333"/>
            </a:avLst>
          </a:prstGeom>
          <a:solidFill xmlns:a="http://schemas.openxmlformats.org/drawingml/2006/main">
            <a:srgbClr val="B8F238"/>
          </a:solidFill>
          <a:ln xmlns:a="http://schemas.openxmlformats.org/drawingml/2006/main" w="9525">
            <a:solidFill>
              <a:srgbClr val="D7DCC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6" name="Прямоугольник 15">
            <a:extLst xmlns:a="http://schemas.openxmlformats.org/drawingml/2006/main">
              <a:ext uri="{FF2B5EF4-FFF2-40B4-BE49-F238E27FC236}">
                <a16:creationId xmlns:a16="http://schemas.microsoft.com/office/drawing/2014/main" id="{F0D41579-E93F-4520-9241-C6995D8CC7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58350" y="2428875"/>
            <a:ext cx="381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4444" lnSpcReduction="1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8FCF25"/>
                </a:solidFill>
                <a:latin typeface="DejaVu Sans"/>
                <a:ea typeface="DejaVu Sans"/>
                <a:cs typeface="DejaVu Sans"/>
              </a:defRPr>
            </a:pPr>
            <a:r>
              <a:rPr sz="1350" b="1">
                <a:solidFill>
                  <a:srgbClr val="8FCF25"/>
                </a:solidFill>
                <a:latin typeface="DejaVu Sans"/>
                <a:ea typeface="DejaVu Sans"/>
                <a:cs typeface="DejaVu Sans"/>
              </a:rPr>
              <a:t>5</a:t>
            </a:r>
          </a:p>
        </p:txBody>
      </p:sp>
      <p:sp>
        <p:nvSpPr>
          <p:cNvPr id="17" name="Прямоугольник 16">
            <a:extLst xmlns:a="http://schemas.openxmlformats.org/drawingml/2006/main">
              <a:ext uri="{FF2B5EF4-FFF2-40B4-BE49-F238E27FC236}">
                <a16:creationId xmlns:a16="http://schemas.microsoft.com/office/drawing/2014/main" id="{8255BE04-823E-40AC-BEBF-FE776403E6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58350" y="2809875"/>
            <a:ext cx="14287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3485" lnSpcReduction="1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650" b="1">
                <a:solidFill>
                  <a:srgbClr val="0E1420"/>
                </a:solidFill>
                <a:latin typeface="DejaVu Sans"/>
                <a:ea typeface="DejaVu Sans"/>
                <a:cs typeface="DejaVu Sans"/>
              </a:defRPr>
            </a:pPr>
            <a:r>
              <a:rPr sz="1650" b="1">
                <a:solidFill>
                  <a:srgbClr val="0E1420"/>
                </a:solidFill>
                <a:latin typeface="DejaVu Sans"/>
                <a:ea typeface="DejaVu Sans"/>
                <a:cs typeface="DejaVu Sans"/>
              </a:rPr>
              <a:t>Дайын нәтиже</a:t>
            </a:r>
          </a:p>
        </p:txBody>
      </p:sp>
      <p:sp>
        <p:nvSpPr>
          <p:cNvPr id="18" name="Прямоугольник 17">
            <a:extLst xmlns:a="http://schemas.openxmlformats.org/drawingml/2006/main">
              <a:ext uri="{FF2B5EF4-FFF2-40B4-BE49-F238E27FC236}">
                <a16:creationId xmlns:a16="http://schemas.microsoft.com/office/drawing/2014/main" id="{CDA40FCB-53AB-4E0B-939F-3C417CC87A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286250"/>
            <a:ext cx="107632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875" b="1">
                <a:solidFill>
                  <a:srgbClr val="0E1420"/>
                </a:solidFill>
                <a:latin typeface="DejaVu Sans"/>
                <a:ea typeface="DejaVu Sans"/>
                <a:cs typeface="DejaVu Sans"/>
              </a:defRPr>
            </a:pPr>
            <a:r>
              <a:rPr sz="1875" b="1">
                <a:solidFill>
                  <a:srgbClr val="0E1420"/>
                </a:solidFill>
                <a:latin typeface="DejaVu Sans"/>
                <a:ea typeface="DejaVu Sans"/>
                <a:cs typeface="DejaVu Sans"/>
              </a:rPr>
              <a:t>Соңғы шешім мен жауапкершілік әрдайым адамда қалады.</a:t>
            </a:r>
          </a:p>
        </p:txBody>
      </p:sp>
      <p:sp>
        <p:nvSpPr>
          <p:cNvPr id="19" name="Прямоугольник 18">
            <a:extLst xmlns:a="http://schemas.openxmlformats.org/drawingml/2006/main">
              <a:ext uri="{FF2B5EF4-FFF2-40B4-BE49-F238E27FC236}">
                <a16:creationId xmlns:a16="http://schemas.microsoft.com/office/drawing/2014/main" id="{6D093622-3FA7-4480-80B4-0FE4329DD5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9850"/>
            <a:ext cx="476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5679" lnSpcReduction="1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900" b="0">
                <a:solidFill>
                  <a:srgbClr val="59616E"/>
                </a:solidFill>
                <a:latin typeface="DejaVu Sans"/>
                <a:ea typeface="DejaVu Sans"/>
                <a:cs typeface="DejaVu Sans"/>
              </a:defRPr>
            </a:pPr>
            <a:r>
              <a:rPr sz="900" b="0">
                <a:solidFill>
                  <a:srgbClr val="59616E"/>
                </a:solidFill>
                <a:latin typeface="DejaVu Sans"/>
                <a:ea typeface="DejaVu Sans"/>
                <a:cs typeface="DejaVu Sans"/>
              </a:rPr>
              <a:t>05</a:t>
            </a:r>
          </a:p>
        </p:txBody>
      </p:sp>
    </p:spTree>
    <p:extLst>
      <p:ext uri="{BB962C8B-B14F-4D97-AF65-F5344CB8AC3E}">
        <p14:creationId xmlns:p14="http://schemas.microsoft.com/office/powerpoint/2010/main" val="62012630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7F7F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5" name="Прямоугольник 24">
            <a:extLst xmlns:a="http://schemas.openxmlformats.org/drawingml/2006/main">
              <a:ext uri="{FF2B5EF4-FFF2-40B4-BE49-F238E27FC236}">
                <a16:creationId xmlns:a16="http://schemas.microsoft.com/office/drawing/2014/main" id="{78E21AD7-1FA4-4E57-A840-66082F2E73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28600"/>
            <a:ext cx="3810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9808" lnSpcReduction="1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59616E"/>
                </a:solidFill>
                <a:latin typeface="DejaVu Sans"/>
                <a:ea typeface="DejaVu Sans"/>
                <a:cs typeface="DejaVu Sans"/>
              </a:defRPr>
            </a:pPr>
            <a:r>
              <a:rPr sz="975" b="1">
                <a:solidFill>
                  <a:srgbClr val="59616E"/>
                </a:solidFill>
                <a:latin typeface="DejaVu Sans"/>
                <a:ea typeface="DejaVu Sans"/>
                <a:cs typeface="DejaVu Sans"/>
              </a:rPr>
              <a:t>AI / КҮНДЕ</a:t>
            </a:r>
          </a:p>
        </p:txBody>
      </p:sp>
      <p:sp>
        <p:nvSpPr>
          <p:cNvPr id="2" name="Прямоугольник 1">
            <a:extLst xmlns:a="http://schemas.openxmlformats.org/drawingml/2006/main">
              <a:ext uri="{FF2B5EF4-FFF2-40B4-BE49-F238E27FC236}">
                <a16:creationId xmlns:a16="http://schemas.microsoft.com/office/drawing/2014/main" id="{A2B15B0D-ABE5-4CE2-A879-28284AE4FE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552450"/>
            <a:ext cx="107632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E1420"/>
                </a:solidFill>
                <a:latin typeface="DejaVu Sans"/>
                <a:ea typeface="DejaVu Sans"/>
                <a:cs typeface="DejaVu Sans"/>
              </a:defRPr>
            </a:pPr>
            <a:r>
              <a:rPr sz="2550" b="1">
                <a:solidFill>
                  <a:srgbClr val="0E1420"/>
                </a:solidFill>
                <a:latin typeface="DejaVu Sans"/>
                <a:ea typeface="DejaVu Sans"/>
                <a:cs typeface="DejaVu Sans"/>
              </a:rPr>
              <a:t>ЖИ-дің мүмкіндігі және шектеуі</a:t>
            </a:r>
          </a:p>
        </p:txBody>
      </p:sp>
      <p:sp>
        <p:nvSpPr>
          <p:cNvPr id="3" name="Скругленный прямоугольник 2">
            <a:extLst xmlns:a="http://schemas.openxmlformats.org/drawingml/2006/main">
              <a:ext uri="{FF2B5EF4-FFF2-40B4-BE49-F238E27FC236}">
                <a16:creationId xmlns:a16="http://schemas.microsoft.com/office/drawing/2014/main" id="{C8C4C8C7-0609-4F2E-931F-0026323C9B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524000"/>
            <a:ext cx="5095875" cy="3714750"/>
          </a:xfrm>
          <a:prstGeom xmlns:a="http://schemas.openxmlformats.org/drawingml/2006/main" prst="roundRect">
            <a:avLst>
              <a:gd name="adj" fmla="val 461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CC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Скругленный прямоугольник 3">
            <a:extLst xmlns:a="http://schemas.openxmlformats.org/drawingml/2006/main">
              <a:ext uri="{FF2B5EF4-FFF2-40B4-BE49-F238E27FC236}">
                <a16:creationId xmlns:a16="http://schemas.microsoft.com/office/drawing/2014/main" id="{38988772-9F1D-4741-8C27-122D1BD850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72225" y="1524000"/>
            <a:ext cx="5095875" cy="3714750"/>
          </a:xfrm>
          <a:prstGeom xmlns:a="http://schemas.openxmlformats.org/drawingml/2006/main" prst="roundRect">
            <a:avLst>
              <a:gd name="adj" fmla="val 461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CC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5" name="Прямоугольник 4">
            <a:extLst xmlns:a="http://schemas.openxmlformats.org/drawingml/2006/main">
              <a:ext uri="{FF2B5EF4-FFF2-40B4-BE49-F238E27FC236}">
                <a16:creationId xmlns:a16="http://schemas.microsoft.com/office/drawing/2014/main" id="{581B31D6-3744-474F-B864-72B07CD2BD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1762125"/>
            <a:ext cx="42862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875" b="1">
                <a:solidFill>
                  <a:srgbClr val="8FCF25"/>
                </a:solidFill>
                <a:latin typeface="DejaVu Sans"/>
                <a:ea typeface="DejaVu Sans"/>
                <a:cs typeface="DejaVu Sans"/>
              </a:defRPr>
            </a:pPr>
            <a:r>
              <a:rPr sz="1875" b="1">
                <a:solidFill>
                  <a:srgbClr val="8FCF25"/>
                </a:solidFill>
                <a:latin typeface="DejaVu Sans"/>
                <a:ea typeface="DejaVu Sans"/>
                <a:cs typeface="DejaVu Sans"/>
              </a:rPr>
              <a:t>Көмектеседі</a:t>
            </a:r>
          </a:p>
        </p:txBody>
      </p:sp>
      <p:sp>
        <p:nvSpPr>
          <p:cNvPr id="6" name="Прямоугольник 5">
            <a:extLst xmlns:a="http://schemas.openxmlformats.org/drawingml/2006/main">
              <a:ext uri="{FF2B5EF4-FFF2-40B4-BE49-F238E27FC236}">
                <a16:creationId xmlns:a16="http://schemas.microsoft.com/office/drawing/2014/main" id="{79B3CC9B-18DE-4172-A9A7-EA81E2D653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2333625"/>
            <a:ext cx="266700" cy="59531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8437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8FCF25"/>
                </a:solidFill>
                <a:latin typeface="DejaVu Sans"/>
                <a:ea typeface="DejaVu Sans"/>
                <a:cs typeface="DejaVu Sans"/>
              </a:defRPr>
            </a:pPr>
            <a:r>
              <a:rPr sz="1500" b="1">
                <a:solidFill>
                  <a:srgbClr val="8FCF25"/>
                </a:solidFill>
                <a:latin typeface="DejaVu Sans"/>
                <a:ea typeface="DejaVu Sans"/>
                <a:cs typeface="DejaVu Sans"/>
              </a:rPr>
              <a:t>•</a:t>
            </a:r>
          </a:p>
        </p:txBody>
      </p:sp>
      <p:sp>
        <p:nvSpPr>
          <p:cNvPr id="7" name="Прямоугольник 6">
            <a:extLst xmlns:a="http://schemas.openxmlformats.org/drawingml/2006/main">
              <a:ext uri="{FF2B5EF4-FFF2-40B4-BE49-F238E27FC236}">
                <a16:creationId xmlns:a16="http://schemas.microsoft.com/office/drawing/2014/main" id="{98275D36-2371-4290-B327-A05966E538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4450" y="2333625"/>
            <a:ext cx="3924300" cy="59531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0">
                <a:solidFill>
                  <a:srgbClr val="0E1420"/>
                </a:solidFill>
                <a:latin typeface="DejaVu Sans"/>
                <a:ea typeface="DejaVu Sans"/>
                <a:cs typeface="DejaVu Sans"/>
              </a:defRPr>
            </a:pPr>
            <a:r>
              <a:rPr sz="1500" b="0">
                <a:solidFill>
                  <a:srgbClr val="0E1420"/>
                </a:solidFill>
                <a:latin typeface="DejaVu Sans"/>
                <a:ea typeface="DejaVu Sans"/>
                <a:cs typeface="DejaVu Sans"/>
              </a:rPr>
              <a:t>Алғашқы нұсқаны дайындау</a:t>
            </a:r>
          </a:p>
        </p:txBody>
      </p:sp>
      <p:sp>
        <p:nvSpPr>
          <p:cNvPr id="8" name="Прямоугольник 7">
            <a:extLst xmlns:a="http://schemas.openxmlformats.org/drawingml/2006/main">
              <a:ext uri="{FF2B5EF4-FFF2-40B4-BE49-F238E27FC236}">
                <a16:creationId xmlns:a16="http://schemas.microsoft.com/office/drawing/2014/main" id="{302BD26F-98F5-4D09-BFA3-BCBBB6064F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2928938"/>
            <a:ext cx="266700" cy="59531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8437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8FCF25"/>
                </a:solidFill>
                <a:latin typeface="DejaVu Sans"/>
                <a:ea typeface="DejaVu Sans"/>
                <a:cs typeface="DejaVu Sans"/>
              </a:defRPr>
            </a:pPr>
            <a:r>
              <a:rPr sz="1500" b="1">
                <a:solidFill>
                  <a:srgbClr val="8FCF25"/>
                </a:solidFill>
                <a:latin typeface="DejaVu Sans"/>
                <a:ea typeface="DejaVu Sans"/>
                <a:cs typeface="DejaVu Sans"/>
              </a:rPr>
              <a:t>•</a:t>
            </a:r>
          </a:p>
        </p:txBody>
      </p:sp>
      <p:sp>
        <p:nvSpPr>
          <p:cNvPr id="9" name="Прямоугольник 8">
            <a:extLst xmlns:a="http://schemas.openxmlformats.org/drawingml/2006/main">
              <a:ext uri="{FF2B5EF4-FFF2-40B4-BE49-F238E27FC236}">
                <a16:creationId xmlns:a16="http://schemas.microsoft.com/office/drawing/2014/main" id="{6545B8DF-4C0E-4264-B2BC-3857F8DD56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4450" y="2928938"/>
            <a:ext cx="3924300" cy="59531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0">
                <a:solidFill>
                  <a:srgbClr val="0E1420"/>
                </a:solidFill>
                <a:latin typeface="DejaVu Sans"/>
                <a:ea typeface="DejaVu Sans"/>
                <a:cs typeface="DejaVu Sans"/>
              </a:defRPr>
            </a:pPr>
            <a:r>
              <a:rPr sz="1500" b="0">
                <a:solidFill>
                  <a:srgbClr val="0E1420"/>
                </a:solidFill>
                <a:latin typeface="DejaVu Sans"/>
                <a:ea typeface="DejaVu Sans"/>
                <a:cs typeface="DejaVu Sans"/>
              </a:rPr>
              <a:t>Ұзақ мәтінді қысқарту</a:t>
            </a:r>
          </a:p>
        </p:txBody>
      </p:sp>
      <p:sp>
        <p:nvSpPr>
          <p:cNvPr id="10" name="Прямоугольник 9">
            <a:extLst xmlns:a="http://schemas.openxmlformats.org/drawingml/2006/main">
              <a:ext uri="{FF2B5EF4-FFF2-40B4-BE49-F238E27FC236}">
                <a16:creationId xmlns:a16="http://schemas.microsoft.com/office/drawing/2014/main" id="{24F026E1-493D-492B-8226-B53E1C68C1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3524250"/>
            <a:ext cx="266700" cy="59531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8437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8FCF25"/>
                </a:solidFill>
                <a:latin typeface="DejaVu Sans"/>
                <a:ea typeface="DejaVu Sans"/>
                <a:cs typeface="DejaVu Sans"/>
              </a:defRPr>
            </a:pPr>
            <a:r>
              <a:rPr sz="1500" b="1">
                <a:solidFill>
                  <a:srgbClr val="8FCF25"/>
                </a:solidFill>
                <a:latin typeface="DejaVu Sans"/>
                <a:ea typeface="DejaVu Sans"/>
                <a:cs typeface="DejaVu Sans"/>
              </a:rPr>
              <a:t>•</a:t>
            </a:r>
          </a:p>
        </p:txBody>
      </p:sp>
      <p:sp>
        <p:nvSpPr>
          <p:cNvPr id="11" name="Прямоугольник 10">
            <a:extLst xmlns:a="http://schemas.openxmlformats.org/drawingml/2006/main">
              <a:ext uri="{FF2B5EF4-FFF2-40B4-BE49-F238E27FC236}">
                <a16:creationId xmlns:a16="http://schemas.microsoft.com/office/drawing/2014/main" id="{2A1D9836-64A3-415B-BFA7-596678E6FB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4450" y="3524250"/>
            <a:ext cx="3924300" cy="59531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0">
                <a:solidFill>
                  <a:srgbClr val="0E1420"/>
                </a:solidFill>
                <a:latin typeface="DejaVu Sans"/>
                <a:ea typeface="DejaVu Sans"/>
                <a:cs typeface="DejaVu Sans"/>
              </a:defRPr>
            </a:pPr>
            <a:r>
              <a:rPr sz="1500" b="0">
                <a:solidFill>
                  <a:srgbClr val="0E1420"/>
                </a:solidFill>
                <a:latin typeface="DejaVu Sans"/>
                <a:ea typeface="DejaVu Sans"/>
                <a:cs typeface="DejaVu Sans"/>
              </a:rPr>
              <a:t>Кестені талдауға көмектесу</a:t>
            </a:r>
          </a:p>
        </p:txBody>
      </p:sp>
      <p:sp>
        <p:nvSpPr>
          <p:cNvPr id="12" name="Прямоугольник 11">
            <a:extLst xmlns:a="http://schemas.openxmlformats.org/drawingml/2006/main">
              <a:ext uri="{FF2B5EF4-FFF2-40B4-BE49-F238E27FC236}">
                <a16:creationId xmlns:a16="http://schemas.microsoft.com/office/drawing/2014/main" id="{ACEAF729-4608-44D1-A7FE-51AE5C6B33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4119563"/>
            <a:ext cx="266700" cy="59531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8437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8FCF25"/>
                </a:solidFill>
                <a:latin typeface="DejaVu Sans"/>
                <a:ea typeface="DejaVu Sans"/>
                <a:cs typeface="DejaVu Sans"/>
              </a:defRPr>
            </a:pPr>
            <a:r>
              <a:rPr sz="1500" b="1">
                <a:solidFill>
                  <a:srgbClr val="8FCF25"/>
                </a:solidFill>
                <a:latin typeface="DejaVu Sans"/>
                <a:ea typeface="DejaVu Sans"/>
                <a:cs typeface="DejaVu Sans"/>
              </a:rPr>
              <a:t>•</a:t>
            </a:r>
          </a:p>
        </p:txBody>
      </p:sp>
      <p:sp>
        <p:nvSpPr>
          <p:cNvPr id="13" name="Прямоугольник 12">
            <a:extLst xmlns:a="http://schemas.openxmlformats.org/drawingml/2006/main">
              <a:ext uri="{FF2B5EF4-FFF2-40B4-BE49-F238E27FC236}">
                <a16:creationId xmlns:a16="http://schemas.microsoft.com/office/drawing/2014/main" id="{9C16195A-2CA8-42F5-9854-1A76C4E791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4450" y="4119563"/>
            <a:ext cx="3924300" cy="59531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0">
                <a:solidFill>
                  <a:srgbClr val="0E1420"/>
                </a:solidFill>
                <a:latin typeface="DejaVu Sans"/>
                <a:ea typeface="DejaVu Sans"/>
                <a:cs typeface="DejaVu Sans"/>
              </a:defRPr>
            </a:pPr>
            <a:r>
              <a:rPr sz="1500" b="0">
                <a:solidFill>
                  <a:srgbClr val="0E1420"/>
                </a:solidFill>
                <a:latin typeface="DejaVu Sans"/>
                <a:ea typeface="DejaVu Sans"/>
                <a:cs typeface="DejaVu Sans"/>
              </a:rPr>
              <a:t>Тілді және стильді өзгерту</a:t>
            </a:r>
          </a:p>
        </p:txBody>
      </p:sp>
      <p:sp>
        <p:nvSpPr>
          <p:cNvPr id="14" name="Прямоугольник 13">
            <a:extLst xmlns:a="http://schemas.openxmlformats.org/drawingml/2006/main">
              <a:ext uri="{FF2B5EF4-FFF2-40B4-BE49-F238E27FC236}">
                <a16:creationId xmlns:a16="http://schemas.microsoft.com/office/drawing/2014/main" id="{71E175A8-934B-4A62-9CB5-027FEAC1AA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9875" y="1762125"/>
            <a:ext cx="4476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875" b="1">
                <a:solidFill>
                  <a:srgbClr val="D94B4B"/>
                </a:solidFill>
                <a:latin typeface="DejaVu Sans"/>
                <a:ea typeface="DejaVu Sans"/>
                <a:cs typeface="DejaVu Sans"/>
              </a:defRPr>
            </a:pPr>
            <a:r>
              <a:rPr sz="1875" b="1">
                <a:solidFill>
                  <a:srgbClr val="D94B4B"/>
                </a:solidFill>
                <a:latin typeface="DejaVu Sans"/>
                <a:ea typeface="DejaVu Sans"/>
                <a:cs typeface="DejaVu Sans"/>
              </a:rPr>
              <a:t>Өздігінен кепілдік бермейді</a:t>
            </a:r>
          </a:p>
        </p:txBody>
      </p:sp>
      <p:sp>
        <p:nvSpPr>
          <p:cNvPr id="15" name="Прямоугольник 14">
            <a:extLst xmlns:a="http://schemas.openxmlformats.org/drawingml/2006/main">
              <a:ext uri="{FF2B5EF4-FFF2-40B4-BE49-F238E27FC236}">
                <a16:creationId xmlns:a16="http://schemas.microsoft.com/office/drawing/2014/main" id="{A952AF69-0B49-442E-B730-3CC277C0D2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9875" y="2333625"/>
            <a:ext cx="266700" cy="59531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8437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8FCF25"/>
                </a:solidFill>
                <a:latin typeface="DejaVu Sans"/>
                <a:ea typeface="DejaVu Sans"/>
                <a:cs typeface="DejaVu Sans"/>
              </a:defRPr>
            </a:pPr>
            <a:r>
              <a:rPr sz="1500" b="1">
                <a:solidFill>
                  <a:srgbClr val="8FCF25"/>
                </a:solidFill>
                <a:latin typeface="DejaVu Sans"/>
                <a:ea typeface="DejaVu Sans"/>
                <a:cs typeface="DejaVu Sans"/>
              </a:rPr>
              <a:t>•</a:t>
            </a:r>
          </a:p>
        </p:txBody>
      </p:sp>
      <p:sp>
        <p:nvSpPr>
          <p:cNvPr id="16" name="Прямоугольник 15">
            <a:extLst xmlns:a="http://schemas.openxmlformats.org/drawingml/2006/main">
              <a:ext uri="{FF2B5EF4-FFF2-40B4-BE49-F238E27FC236}">
                <a16:creationId xmlns:a16="http://schemas.microsoft.com/office/drawing/2014/main" id="{80D2FE3A-51CF-4E22-BD03-5D9211B307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81825" y="2333625"/>
            <a:ext cx="3924300" cy="59531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0">
                <a:solidFill>
                  <a:srgbClr val="0E1420"/>
                </a:solidFill>
                <a:latin typeface="DejaVu Sans"/>
                <a:ea typeface="DejaVu Sans"/>
                <a:cs typeface="DejaVu Sans"/>
              </a:defRPr>
            </a:pPr>
            <a:r>
              <a:rPr sz="1500" b="0">
                <a:solidFill>
                  <a:srgbClr val="0E1420"/>
                </a:solidFill>
                <a:latin typeface="DejaVu Sans"/>
                <a:ea typeface="DejaVu Sans"/>
                <a:cs typeface="DejaVu Sans"/>
              </a:rPr>
              <a:t>Әр жауаптың дұрыстығына</a:t>
            </a:r>
          </a:p>
        </p:txBody>
      </p:sp>
      <p:sp>
        <p:nvSpPr>
          <p:cNvPr id="17" name="Прямоугольник 16">
            <a:extLst xmlns:a="http://schemas.openxmlformats.org/drawingml/2006/main">
              <a:ext uri="{FF2B5EF4-FFF2-40B4-BE49-F238E27FC236}">
                <a16:creationId xmlns:a16="http://schemas.microsoft.com/office/drawing/2014/main" id="{2DF96168-0922-498F-8C80-B28556BECC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9875" y="2928938"/>
            <a:ext cx="266700" cy="59531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8437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8FCF25"/>
                </a:solidFill>
                <a:latin typeface="DejaVu Sans"/>
                <a:ea typeface="DejaVu Sans"/>
                <a:cs typeface="DejaVu Sans"/>
              </a:defRPr>
            </a:pPr>
            <a:r>
              <a:rPr sz="1500" b="1">
                <a:solidFill>
                  <a:srgbClr val="8FCF25"/>
                </a:solidFill>
                <a:latin typeface="DejaVu Sans"/>
                <a:ea typeface="DejaVu Sans"/>
                <a:cs typeface="DejaVu Sans"/>
              </a:rPr>
              <a:t>•</a:t>
            </a:r>
          </a:p>
        </p:txBody>
      </p:sp>
      <p:sp>
        <p:nvSpPr>
          <p:cNvPr id="18" name="Прямоугольник 17">
            <a:extLst xmlns:a="http://schemas.openxmlformats.org/drawingml/2006/main">
              <a:ext uri="{FF2B5EF4-FFF2-40B4-BE49-F238E27FC236}">
                <a16:creationId xmlns:a16="http://schemas.microsoft.com/office/drawing/2014/main" id="{454FBF01-9BD9-446F-B871-A4D42C87C6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81825" y="2928938"/>
            <a:ext cx="3924300" cy="59531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0">
                <a:solidFill>
                  <a:srgbClr val="0E1420"/>
                </a:solidFill>
                <a:latin typeface="DejaVu Sans"/>
                <a:ea typeface="DejaVu Sans"/>
                <a:cs typeface="DejaVu Sans"/>
              </a:defRPr>
            </a:pPr>
            <a:r>
              <a:rPr sz="1500" b="0">
                <a:solidFill>
                  <a:srgbClr val="0E1420"/>
                </a:solidFill>
                <a:latin typeface="DejaVu Sans"/>
                <a:ea typeface="DejaVu Sans"/>
                <a:cs typeface="DejaVu Sans"/>
              </a:rPr>
              <a:t>Құжаттың өзектілігіне</a:t>
            </a:r>
          </a:p>
        </p:txBody>
      </p:sp>
      <p:sp>
        <p:nvSpPr>
          <p:cNvPr id="19" name="Прямоугольник 18">
            <a:extLst xmlns:a="http://schemas.openxmlformats.org/drawingml/2006/main">
              <a:ext uri="{FF2B5EF4-FFF2-40B4-BE49-F238E27FC236}">
                <a16:creationId xmlns:a16="http://schemas.microsoft.com/office/drawing/2014/main" id="{F35AA23D-974F-450C-B7AC-DF4BAEC901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9875" y="3524250"/>
            <a:ext cx="266700" cy="59531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8437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8FCF25"/>
                </a:solidFill>
                <a:latin typeface="DejaVu Sans"/>
                <a:ea typeface="DejaVu Sans"/>
                <a:cs typeface="DejaVu Sans"/>
              </a:defRPr>
            </a:pPr>
            <a:r>
              <a:rPr sz="1500" b="1">
                <a:solidFill>
                  <a:srgbClr val="8FCF25"/>
                </a:solidFill>
                <a:latin typeface="DejaVu Sans"/>
                <a:ea typeface="DejaVu Sans"/>
                <a:cs typeface="DejaVu Sans"/>
              </a:rPr>
              <a:t>•</a:t>
            </a:r>
          </a:p>
        </p:txBody>
      </p:sp>
      <p:sp>
        <p:nvSpPr>
          <p:cNvPr id="20" name="Прямоугольник 19">
            <a:extLst xmlns:a="http://schemas.openxmlformats.org/drawingml/2006/main">
              <a:ext uri="{FF2B5EF4-FFF2-40B4-BE49-F238E27FC236}">
                <a16:creationId xmlns:a16="http://schemas.microsoft.com/office/drawing/2014/main" id="{F391A7B1-3D93-48C5-A452-F9EA13C484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81825" y="3524250"/>
            <a:ext cx="3924300" cy="59531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0">
                <a:solidFill>
                  <a:srgbClr val="0E1420"/>
                </a:solidFill>
                <a:latin typeface="DejaVu Sans"/>
                <a:ea typeface="DejaVu Sans"/>
                <a:cs typeface="DejaVu Sans"/>
              </a:defRPr>
            </a:pPr>
            <a:r>
              <a:rPr sz="1500" b="0">
                <a:solidFill>
                  <a:srgbClr val="0E1420"/>
                </a:solidFill>
                <a:latin typeface="DejaVu Sans"/>
                <a:ea typeface="DejaVu Sans"/>
                <a:cs typeface="DejaVu Sans"/>
              </a:rPr>
              <a:t>Компания талабына сәйкестікке</a:t>
            </a:r>
          </a:p>
        </p:txBody>
      </p:sp>
      <p:sp>
        <p:nvSpPr>
          <p:cNvPr id="21" name="Прямоугольник 20">
            <a:extLst xmlns:a="http://schemas.openxmlformats.org/drawingml/2006/main">
              <a:ext uri="{FF2B5EF4-FFF2-40B4-BE49-F238E27FC236}">
                <a16:creationId xmlns:a16="http://schemas.microsoft.com/office/drawing/2014/main" id="{0590512A-5B9C-49C6-82D0-1CA02CA11D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9875" y="4119563"/>
            <a:ext cx="266700" cy="59531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8437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8FCF25"/>
                </a:solidFill>
                <a:latin typeface="DejaVu Sans"/>
                <a:ea typeface="DejaVu Sans"/>
                <a:cs typeface="DejaVu Sans"/>
              </a:defRPr>
            </a:pPr>
            <a:r>
              <a:rPr sz="1500" b="1">
                <a:solidFill>
                  <a:srgbClr val="8FCF25"/>
                </a:solidFill>
                <a:latin typeface="DejaVu Sans"/>
                <a:ea typeface="DejaVu Sans"/>
                <a:cs typeface="DejaVu Sans"/>
              </a:rPr>
              <a:t>•</a:t>
            </a:r>
          </a:p>
        </p:txBody>
      </p:sp>
      <p:sp>
        <p:nvSpPr>
          <p:cNvPr id="22" name="Прямоугольник 21">
            <a:extLst xmlns:a="http://schemas.openxmlformats.org/drawingml/2006/main">
              <a:ext uri="{FF2B5EF4-FFF2-40B4-BE49-F238E27FC236}">
                <a16:creationId xmlns:a16="http://schemas.microsoft.com/office/drawing/2014/main" id="{2B371FDB-A1D7-4810-BF29-D3D5C215A2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81825" y="4119563"/>
            <a:ext cx="3924300" cy="59531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0">
                <a:solidFill>
                  <a:srgbClr val="0E1420"/>
                </a:solidFill>
                <a:latin typeface="DejaVu Sans"/>
                <a:ea typeface="DejaVu Sans"/>
                <a:cs typeface="DejaVu Sans"/>
              </a:defRPr>
            </a:pPr>
            <a:r>
              <a:rPr sz="1500" b="0">
                <a:solidFill>
                  <a:srgbClr val="0E1420"/>
                </a:solidFill>
                <a:latin typeface="DejaVu Sans"/>
                <a:ea typeface="DejaVu Sans"/>
                <a:cs typeface="DejaVu Sans"/>
              </a:rPr>
              <a:t>Құпия ақпараттың қорғалуына</a:t>
            </a:r>
          </a:p>
        </p:txBody>
      </p:sp>
      <p:sp>
        <p:nvSpPr>
          <p:cNvPr id="23" name="Прямоугольник 22">
            <a:extLst xmlns:a="http://schemas.openxmlformats.org/drawingml/2006/main">
              <a:ext uri="{FF2B5EF4-FFF2-40B4-BE49-F238E27FC236}">
                <a16:creationId xmlns:a16="http://schemas.microsoft.com/office/drawing/2014/main" id="{2BD25BA1-6DD7-4BCB-B6B8-9CED69ABE6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5619750"/>
            <a:ext cx="10763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650" b="1">
                <a:solidFill>
                  <a:srgbClr val="0E1420"/>
                </a:solidFill>
                <a:latin typeface="DejaVu Sans"/>
                <a:ea typeface="DejaVu Sans"/>
                <a:cs typeface="DejaVu Sans"/>
              </a:defRPr>
            </a:pPr>
            <a:r>
              <a:rPr sz="1650" b="1">
                <a:solidFill>
                  <a:srgbClr val="0E1420"/>
                </a:solidFill>
                <a:latin typeface="DejaVu Sans"/>
                <a:ea typeface="DejaVu Sans"/>
                <a:cs typeface="DejaVu Sans"/>
              </a:rPr>
              <a:t>ЖИ ұсынды. Адам тексерді. Адам шешім қабылдады.</a:t>
            </a:r>
          </a:p>
        </p:txBody>
      </p:sp>
      <p:sp>
        <p:nvSpPr>
          <p:cNvPr id="24" name="Прямоугольник 23">
            <a:extLst xmlns:a="http://schemas.openxmlformats.org/drawingml/2006/main">
              <a:ext uri="{FF2B5EF4-FFF2-40B4-BE49-F238E27FC236}">
                <a16:creationId xmlns:a16="http://schemas.microsoft.com/office/drawing/2014/main" id="{80948D10-B7AE-4FA7-91F3-9210FC0D83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9850"/>
            <a:ext cx="476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5679" lnSpcReduction="1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900" b="0">
                <a:solidFill>
                  <a:srgbClr val="59616E"/>
                </a:solidFill>
                <a:latin typeface="DejaVu Sans"/>
                <a:ea typeface="DejaVu Sans"/>
                <a:cs typeface="DejaVu Sans"/>
              </a:defRPr>
            </a:pPr>
            <a:r>
              <a:rPr sz="900" b="0">
                <a:solidFill>
                  <a:srgbClr val="59616E"/>
                </a:solidFill>
                <a:latin typeface="DejaVu Sans"/>
                <a:ea typeface="DejaVu Sans"/>
                <a:cs typeface="DejaVu Sans"/>
              </a:rPr>
              <a:t>06</a:t>
            </a:r>
          </a:p>
        </p:txBody>
      </p:sp>
    </p:spTree>
    <p:extLst>
      <p:ext uri="{BB962C8B-B14F-4D97-AF65-F5344CB8AC3E}">
        <p14:creationId xmlns:p14="http://schemas.microsoft.com/office/powerpoint/2010/main" val="1462994451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0E142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Прямоугольник 13">
            <a:extLst xmlns:a="http://schemas.openxmlformats.org/drawingml/2006/main">
              <a:ext uri="{FF2B5EF4-FFF2-40B4-BE49-F238E27FC236}">
                <a16:creationId xmlns:a16="http://schemas.microsoft.com/office/drawing/2014/main" id="{89A403DB-B128-442A-86C6-A08E0B5D79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28600"/>
            <a:ext cx="3810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9808" lnSpcReduction="1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B8F238"/>
                </a:solidFill>
                <a:latin typeface="DejaVu Sans"/>
                <a:ea typeface="DejaVu Sans"/>
                <a:cs typeface="DejaVu Sans"/>
              </a:defRPr>
            </a:pPr>
            <a:r>
              <a:rPr sz="975" b="1">
                <a:solidFill>
                  <a:srgbClr val="B8F238"/>
                </a:solidFill>
                <a:latin typeface="DejaVu Sans"/>
                <a:ea typeface="DejaVu Sans"/>
                <a:cs typeface="DejaVu Sans"/>
              </a:rPr>
              <a:t>ҚАУІПСІЗДІК</a:t>
            </a:r>
          </a:p>
        </p:txBody>
      </p:sp>
      <p:sp>
        <p:nvSpPr>
          <p:cNvPr id="2" name="Прямоугольник 1">
            <a:extLst xmlns:a="http://schemas.openxmlformats.org/drawingml/2006/main">
              <a:ext uri="{FF2B5EF4-FFF2-40B4-BE49-F238E27FC236}">
                <a16:creationId xmlns:a16="http://schemas.microsoft.com/office/drawing/2014/main" id="{B05A50D9-D8FC-47B6-95D9-C9B1F05F1F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552450"/>
            <a:ext cx="107632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FFFFFF"/>
                </a:solidFill>
                <a:latin typeface="DejaVu Sans"/>
                <a:ea typeface="DejaVu Sans"/>
                <a:cs typeface="DejaVu Sans"/>
              </a:defRPr>
            </a:pPr>
            <a:r>
              <a:rPr sz="2550" b="1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Құпия ақпарат және қауіпсіздік</a:t>
            </a:r>
          </a:p>
        </p:txBody>
      </p:sp>
      <p:sp>
        <p:nvSpPr>
          <p:cNvPr id="3" name="Прямоугольник 2">
            <a:extLst xmlns:a="http://schemas.openxmlformats.org/drawingml/2006/main">
              <a:ext uri="{FF2B5EF4-FFF2-40B4-BE49-F238E27FC236}">
                <a16:creationId xmlns:a16="http://schemas.microsoft.com/office/drawing/2014/main" id="{C6893E68-39E6-4698-935A-305F8F7653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381125"/>
            <a:ext cx="6667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950" b="1">
                <a:solidFill>
                  <a:srgbClr val="B8F238"/>
                </a:solidFill>
                <a:latin typeface="DejaVu Sans"/>
                <a:ea typeface="DejaVu Sans"/>
                <a:cs typeface="DejaVu Sans"/>
              </a:defRPr>
            </a:pPr>
            <a:r>
              <a:rPr sz="1950" b="1">
                <a:solidFill>
                  <a:srgbClr val="B8F238"/>
                </a:solidFill>
                <a:latin typeface="DejaVu Sans"/>
                <a:ea typeface="DejaVu Sans"/>
                <a:cs typeface="DejaVu Sans"/>
              </a:rPr>
              <a:t>Ашық ЖИ сервисіне енгізбейміз</a:t>
            </a:r>
          </a:p>
        </p:txBody>
      </p:sp>
      <p:sp>
        <p:nvSpPr>
          <p:cNvPr id="4" name="Прямоугольник 3">
            <a:extLst xmlns:a="http://schemas.openxmlformats.org/drawingml/2006/main">
              <a:ext uri="{FF2B5EF4-FFF2-40B4-BE49-F238E27FC236}">
                <a16:creationId xmlns:a16="http://schemas.microsoft.com/office/drawing/2014/main" id="{AB926FFF-33FB-49A8-A304-819E06BB7C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000250"/>
            <a:ext cx="2667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9716"/>
          </a:bodyPr>
          <a:lstStyle xmlns:a="http://schemas.openxmlformats.org/drawingml/2006/main"/>
          <a:p xmlns:a="http://schemas.openxmlformats.org/drawingml/2006/main">
            <a:pPr algn="l">
              <a:buNone/>
              <a:defRPr sz="1650" b="1">
                <a:solidFill>
                  <a:srgbClr val="8FCF25"/>
                </a:solidFill>
                <a:latin typeface="DejaVu Sans"/>
                <a:ea typeface="DejaVu Sans"/>
                <a:cs typeface="DejaVu Sans"/>
              </a:defRPr>
            </a:pPr>
            <a:r>
              <a:rPr sz="1650" b="1">
                <a:solidFill>
                  <a:srgbClr val="8FCF25"/>
                </a:solidFill>
                <a:latin typeface="DejaVu Sans"/>
                <a:ea typeface="DejaVu Sans"/>
                <a:cs typeface="DejaVu Sans"/>
              </a:rPr>
              <a:t>•</a:t>
            </a:r>
          </a:p>
        </p:txBody>
      </p:sp>
      <p:sp>
        <p:nvSpPr>
          <p:cNvPr id="5" name="Прямоугольник 4">
            <a:extLst xmlns:a="http://schemas.openxmlformats.org/drawingml/2006/main">
              <a:ext uri="{FF2B5EF4-FFF2-40B4-BE49-F238E27FC236}">
                <a16:creationId xmlns:a16="http://schemas.microsoft.com/office/drawing/2014/main" id="{55E4E443-56E7-47ED-ADC7-A0C760CE34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2000250"/>
            <a:ext cx="99250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650" b="0">
                <a:solidFill>
                  <a:srgbClr val="FFFFFF"/>
                </a:solidFill>
                <a:latin typeface="DejaVu Sans"/>
                <a:ea typeface="DejaVu Sans"/>
                <a:cs typeface="DejaVu Sans"/>
              </a:defRPr>
            </a:pPr>
            <a:r>
              <a:rPr sz="1650" b="0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Қызметтік құпия және жарияланбаған ішкі құжат</a:t>
            </a:r>
          </a:p>
        </p:txBody>
      </p:sp>
      <p:sp>
        <p:nvSpPr>
          <p:cNvPr id="6" name="Прямоугольник 5">
            <a:extLst xmlns:a="http://schemas.openxmlformats.org/drawingml/2006/main">
              <a:ext uri="{FF2B5EF4-FFF2-40B4-BE49-F238E27FC236}">
                <a16:creationId xmlns:a16="http://schemas.microsoft.com/office/drawing/2014/main" id="{148CBA3A-AD6D-4AF7-830E-F4761D0592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667000"/>
            <a:ext cx="2667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9716"/>
          </a:bodyPr>
          <a:lstStyle xmlns:a="http://schemas.openxmlformats.org/drawingml/2006/main"/>
          <a:p xmlns:a="http://schemas.openxmlformats.org/drawingml/2006/main">
            <a:pPr algn="l">
              <a:buNone/>
              <a:defRPr sz="1650" b="1">
                <a:solidFill>
                  <a:srgbClr val="8FCF25"/>
                </a:solidFill>
                <a:latin typeface="DejaVu Sans"/>
                <a:ea typeface="DejaVu Sans"/>
                <a:cs typeface="DejaVu Sans"/>
              </a:defRPr>
            </a:pPr>
            <a:r>
              <a:rPr sz="1650" b="1">
                <a:solidFill>
                  <a:srgbClr val="8FCF25"/>
                </a:solidFill>
                <a:latin typeface="DejaVu Sans"/>
                <a:ea typeface="DejaVu Sans"/>
                <a:cs typeface="DejaVu Sans"/>
              </a:rPr>
              <a:t>•</a:t>
            </a:r>
          </a:p>
        </p:txBody>
      </p:sp>
      <p:sp>
        <p:nvSpPr>
          <p:cNvPr id="7" name="Прямоугольник 6">
            <a:extLst xmlns:a="http://schemas.openxmlformats.org/drawingml/2006/main">
              <a:ext uri="{FF2B5EF4-FFF2-40B4-BE49-F238E27FC236}">
                <a16:creationId xmlns:a16="http://schemas.microsoft.com/office/drawing/2014/main" id="{5A11275B-74DF-4473-8276-702447F923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2667000"/>
            <a:ext cx="99250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650" b="0">
                <a:solidFill>
                  <a:srgbClr val="FFFFFF"/>
                </a:solidFill>
                <a:latin typeface="DejaVu Sans"/>
                <a:ea typeface="DejaVu Sans"/>
                <a:cs typeface="DejaVu Sans"/>
              </a:defRPr>
            </a:pPr>
            <a:r>
              <a:rPr sz="1650" b="0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Жеке деректер, логин, құпиясөз және байланыс мәліметтері</a:t>
            </a:r>
          </a:p>
        </p:txBody>
      </p:sp>
      <p:sp>
        <p:nvSpPr>
          <p:cNvPr id="8" name="Прямоугольник 7">
            <a:extLst xmlns:a="http://schemas.openxmlformats.org/drawingml/2006/main">
              <a:ext uri="{FF2B5EF4-FFF2-40B4-BE49-F238E27FC236}">
                <a16:creationId xmlns:a16="http://schemas.microsoft.com/office/drawing/2014/main" id="{716D2A45-82D8-40B8-8E88-D814625E68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3333750"/>
            <a:ext cx="2667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9716"/>
          </a:bodyPr>
          <a:lstStyle xmlns:a="http://schemas.openxmlformats.org/drawingml/2006/main"/>
          <a:p xmlns:a="http://schemas.openxmlformats.org/drawingml/2006/main">
            <a:pPr algn="l">
              <a:buNone/>
              <a:defRPr sz="1650" b="1">
                <a:solidFill>
                  <a:srgbClr val="8FCF25"/>
                </a:solidFill>
                <a:latin typeface="DejaVu Sans"/>
                <a:ea typeface="DejaVu Sans"/>
                <a:cs typeface="DejaVu Sans"/>
              </a:defRPr>
            </a:pPr>
            <a:r>
              <a:rPr sz="1650" b="1">
                <a:solidFill>
                  <a:srgbClr val="8FCF25"/>
                </a:solidFill>
                <a:latin typeface="DejaVu Sans"/>
                <a:ea typeface="DejaVu Sans"/>
                <a:cs typeface="DejaVu Sans"/>
              </a:rPr>
              <a:t>•</a:t>
            </a:r>
          </a:p>
        </p:txBody>
      </p:sp>
      <p:sp>
        <p:nvSpPr>
          <p:cNvPr id="9" name="Прямоугольник 8">
            <a:extLst xmlns:a="http://schemas.openxmlformats.org/drawingml/2006/main">
              <a:ext uri="{FF2B5EF4-FFF2-40B4-BE49-F238E27FC236}">
                <a16:creationId xmlns:a16="http://schemas.microsoft.com/office/drawing/2014/main" id="{9268711D-8091-4A59-92F2-551AA2E8DB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333750"/>
            <a:ext cx="99250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650" b="0">
                <a:solidFill>
                  <a:srgbClr val="FFFFFF"/>
                </a:solidFill>
                <a:latin typeface="DejaVu Sans"/>
                <a:ea typeface="DejaVu Sans"/>
                <a:cs typeface="DejaVu Sans"/>
              </a:defRPr>
            </a:pPr>
            <a:r>
              <a:rPr sz="1650" b="0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Қорғалған объектілердің нақты схемалары мен осал тұстары</a:t>
            </a:r>
          </a:p>
        </p:txBody>
      </p:sp>
      <p:sp>
        <p:nvSpPr>
          <p:cNvPr id="10" name="Прямоугольник 9">
            <a:extLst xmlns:a="http://schemas.openxmlformats.org/drawingml/2006/main">
              <a:ext uri="{FF2B5EF4-FFF2-40B4-BE49-F238E27FC236}">
                <a16:creationId xmlns:a16="http://schemas.microsoft.com/office/drawing/2014/main" id="{298A9384-4746-42EC-A994-CA49ED53BA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4000500"/>
            <a:ext cx="2667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9716"/>
          </a:bodyPr>
          <a:lstStyle xmlns:a="http://schemas.openxmlformats.org/drawingml/2006/main"/>
          <a:p xmlns:a="http://schemas.openxmlformats.org/drawingml/2006/main">
            <a:pPr algn="l">
              <a:buNone/>
              <a:defRPr sz="1650" b="1">
                <a:solidFill>
                  <a:srgbClr val="8FCF25"/>
                </a:solidFill>
                <a:latin typeface="DejaVu Sans"/>
                <a:ea typeface="DejaVu Sans"/>
                <a:cs typeface="DejaVu Sans"/>
              </a:defRPr>
            </a:pPr>
            <a:r>
              <a:rPr sz="1650" b="1">
                <a:solidFill>
                  <a:srgbClr val="8FCF25"/>
                </a:solidFill>
                <a:latin typeface="DejaVu Sans"/>
                <a:ea typeface="DejaVu Sans"/>
                <a:cs typeface="DejaVu Sans"/>
              </a:rPr>
              <a:t>•</a:t>
            </a:r>
          </a:p>
        </p:txBody>
      </p:sp>
      <p:sp>
        <p:nvSpPr>
          <p:cNvPr id="11" name="Прямоугольник 10">
            <a:extLst xmlns:a="http://schemas.openxmlformats.org/drawingml/2006/main">
              <a:ext uri="{FF2B5EF4-FFF2-40B4-BE49-F238E27FC236}">
                <a16:creationId xmlns:a16="http://schemas.microsoft.com/office/drawing/2014/main" id="{E03CCA28-E884-4EC4-AE58-BF5E32033F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000500"/>
            <a:ext cx="99250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650" b="0">
                <a:solidFill>
                  <a:srgbClr val="FFFFFF"/>
                </a:solidFill>
                <a:latin typeface="DejaVu Sans"/>
                <a:ea typeface="DejaVu Sans"/>
                <a:cs typeface="DejaVu Sans"/>
              </a:defRPr>
            </a:pPr>
            <a:r>
              <a:rPr sz="1650" b="0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Коммерциялық шарттар мен шектеулі қаржылық мәліметтер</a:t>
            </a:r>
          </a:p>
        </p:txBody>
      </p:sp>
      <p:sp>
        <p:nvSpPr>
          <p:cNvPr id="12" name="Прямоугольник 11">
            <a:extLst xmlns:a="http://schemas.openxmlformats.org/drawingml/2006/main">
              <a:ext uri="{FF2B5EF4-FFF2-40B4-BE49-F238E27FC236}">
                <a16:creationId xmlns:a16="http://schemas.microsoft.com/office/drawing/2014/main" id="{A5443E7F-FB2E-42FD-AC66-B20D648F37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5238750"/>
            <a:ext cx="1076325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650" b="1">
                <a:solidFill>
                  <a:srgbClr val="FFFFFF"/>
                </a:solidFill>
                <a:latin typeface="DejaVu Sans"/>
                <a:ea typeface="DejaVu Sans"/>
                <a:cs typeface="DejaVu Sans"/>
              </a:defRPr>
            </a:pPr>
            <a:r>
              <a:rPr sz="1650" b="1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Ереже: ашық интернетке жариялауға болмайтын ақпаратты ашық ЖИ сервисіне жібермеңіз.</a:t>
            </a:r>
          </a:p>
        </p:txBody>
      </p:sp>
      <p:sp>
        <p:nvSpPr>
          <p:cNvPr id="13" name="Прямоугольник 12">
            <a:extLst xmlns:a="http://schemas.openxmlformats.org/drawingml/2006/main">
              <a:ext uri="{FF2B5EF4-FFF2-40B4-BE49-F238E27FC236}">
                <a16:creationId xmlns:a16="http://schemas.microsoft.com/office/drawing/2014/main" id="{35CCA661-7432-4560-B2EE-17E1FD5F9B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9850"/>
            <a:ext cx="476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5679" lnSpcReduction="1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900" b="0">
                <a:solidFill>
                  <a:srgbClr val="FFFFFF"/>
                </a:solidFill>
                <a:latin typeface="DejaVu Sans"/>
                <a:ea typeface="DejaVu Sans"/>
                <a:cs typeface="DejaVu Sans"/>
              </a:defRPr>
            </a:pPr>
            <a:r>
              <a:rPr sz="900" b="0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07</a:t>
            </a:r>
          </a:p>
        </p:txBody>
      </p:sp>
    </p:spTree>
    <p:extLst>
      <p:ext uri="{BB962C8B-B14F-4D97-AF65-F5344CB8AC3E}">
        <p14:creationId xmlns:p14="http://schemas.microsoft.com/office/powerpoint/2010/main" val="2096458319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7F7F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Прямоугольник 5">
            <a:extLst xmlns:a="http://schemas.openxmlformats.org/drawingml/2006/main">
              <a:ext uri="{FF2B5EF4-FFF2-40B4-BE49-F238E27FC236}">
                <a16:creationId xmlns:a16="http://schemas.microsoft.com/office/drawing/2014/main" id="{819CB081-E501-4826-8B06-9A648274D4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28600"/>
            <a:ext cx="3810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9808" lnSpcReduction="1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59616E"/>
                </a:solidFill>
                <a:latin typeface="DejaVu Sans"/>
                <a:ea typeface="DejaVu Sans"/>
                <a:cs typeface="DejaVu Sans"/>
              </a:defRPr>
            </a:pPr>
            <a:r>
              <a:rPr sz="975" b="1">
                <a:solidFill>
                  <a:srgbClr val="59616E"/>
                </a:solidFill>
                <a:latin typeface="DejaVu Sans"/>
                <a:ea typeface="DejaVu Sans"/>
                <a:cs typeface="DejaVu Sans"/>
              </a:rPr>
              <a:t>ҚАУІПСІЗДІК</a:t>
            </a:r>
          </a:p>
        </p:txBody>
      </p:sp>
      <p:sp>
        <p:nvSpPr>
          <p:cNvPr id="2" name="Прямоугольник 1">
            <a:extLst xmlns:a="http://schemas.openxmlformats.org/drawingml/2006/main">
              <a:ext uri="{FF2B5EF4-FFF2-40B4-BE49-F238E27FC236}">
                <a16:creationId xmlns:a16="http://schemas.microsoft.com/office/drawing/2014/main" id="{05CA10BB-1BB7-4CC2-BBE2-88C15ADEFB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552450"/>
            <a:ext cx="107632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E1420"/>
                </a:solidFill>
                <a:latin typeface="DejaVu Sans"/>
                <a:ea typeface="DejaVu Sans"/>
                <a:cs typeface="DejaVu Sans"/>
              </a:defRPr>
            </a:pPr>
            <a:r>
              <a:rPr sz="2550" b="1">
                <a:solidFill>
                  <a:srgbClr val="0E1420"/>
                </a:solidFill>
                <a:latin typeface="DejaVu Sans"/>
                <a:ea typeface="DejaVu Sans"/>
                <a:cs typeface="DejaVu Sans"/>
              </a:rPr>
              <a:t>Деректі қауіпсіз дайындау</a:t>
            </a:r>
          </a:p>
        </p:txBody>
      </p:sp>
      <p:graphicFrame>
        <p:nvGraphicFramePr>
          <p:cNvPr id="10" name="Таблица 7"/>
          <p:cNvGraphicFramePr/>
          <p:nvPr/>
        </p:nvGraphicFramePr>
        <p:xfrm>
          <a:off xmlns:a="http://schemas.openxmlformats.org/drawingml/2006/main" x="704850" y="1571625"/>
          <a:ext xmlns:a="http://schemas.openxmlformats.org/drawingml/2006/main" cx="10763250" cy="3190878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4953000"/>
                <a:gridCol w="5810250"/>
              </a:tblGrid>
              <a:tr h="531813">
                <a:tc>
                  <a:txBody>
                    <a:bodyPr/>
                    <a:lstStyle/>
                    <a:p>
                      <a:r>
                        <a:rPr sz="1125" b="1">
                          <a:solidFill>
                            <a:srgbClr val="0E1420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Қауіпті нұсқа</a:t>
                      </a:r>
                    </a:p>
                  </a:txBody>
                  <a:tcPr marL="91440" marR="91440" marT="45720" marB="45720">
                    <a:solidFill>
                      <a:srgbClr val="B8F23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25" b="1">
                          <a:solidFill>
                            <a:srgbClr val="0E1420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Қауіпсіз оқу нұсқасы</a:t>
                      </a:r>
                    </a:p>
                  </a:txBody>
                  <a:tcPr marL="91440" marR="91440" marT="45720" marB="45720">
                    <a:solidFill>
                      <a:srgbClr val="B8F238"/>
                    </a:solidFill>
                  </a:tcPr>
                </a:tc>
              </a:tr>
              <a:tr h="531813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0E1420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Қызметкердің аты-жөні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0E1420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Қызметкер А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531813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0E1420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Нақты объект және мекенжай</a:t>
                      </a:r>
                    </a:p>
                  </a:txBody>
                  <a:tcPr marL="91440" marR="91440" marT="45720" marB="45720">
                    <a:solidFill>
                      <a:srgbClr val="EDF2E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0E1420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Өндірістік нысан №1</a:t>
                      </a:r>
                    </a:p>
                  </a:txBody>
                  <a:tcPr marL="91440" marR="91440" marT="45720" marB="45720">
                    <a:solidFill>
                      <a:srgbClr val="EDF2E3"/>
                    </a:solidFill>
                  </a:tcPr>
                </a:tc>
              </a:tr>
              <a:tr h="531813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0E1420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Шарт нөмірі мен сомасы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0E1420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Шарт X, сома көрсетілмейді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531813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0E1420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Нақты авариялық дерек</a:t>
                      </a:r>
                    </a:p>
                  </a:txBody>
                  <a:tcPr marL="91440" marR="91440" marT="45720" marB="45720">
                    <a:solidFill>
                      <a:srgbClr val="EDF2E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0E1420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Ойдан құрастырылған жағдай</a:t>
                      </a:r>
                    </a:p>
                  </a:txBody>
                  <a:tcPr marL="91440" marR="91440" marT="45720" marB="45720">
                    <a:solidFill>
                      <a:srgbClr val="EDF2E3"/>
                    </a:solidFill>
                  </a:tcPr>
                </a:tc>
              </a:tr>
              <a:tr h="531813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0E1420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Толық құжат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0E1420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Тек қажетті, құпиясыз үзінді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Прямоугольник 3">
            <a:extLst xmlns:a="http://schemas.openxmlformats.org/drawingml/2006/main">
              <a:ext uri="{FF2B5EF4-FFF2-40B4-BE49-F238E27FC236}">
                <a16:creationId xmlns:a16="http://schemas.microsoft.com/office/drawing/2014/main" id="{9CC95138-CE4E-40C2-A516-D0D9CA69EC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5238750"/>
            <a:ext cx="107632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650" b="1">
                <a:solidFill>
                  <a:srgbClr val="8FCF25"/>
                </a:solidFill>
                <a:latin typeface="DejaVu Sans"/>
                <a:ea typeface="DejaVu Sans"/>
                <a:cs typeface="DejaVu Sans"/>
              </a:defRPr>
            </a:pPr>
            <a:r>
              <a:rPr sz="1650" b="1">
                <a:solidFill>
                  <a:srgbClr val="8FCF25"/>
                </a:solidFill>
                <a:latin typeface="DejaVu Sans"/>
                <a:ea typeface="DejaVu Sans"/>
                <a:cs typeface="DejaVu Sans"/>
              </a:rPr>
              <a:t>Алдымен қажетсіз деректі өшіріңіз. Содан кейін ғана ЖИ-ге жіберіңіз.</a:t>
            </a:r>
          </a:p>
        </p:txBody>
      </p:sp>
      <p:sp>
        <p:nvSpPr>
          <p:cNvPr id="5" name="Прямоугольник 4">
            <a:extLst xmlns:a="http://schemas.openxmlformats.org/drawingml/2006/main">
              <a:ext uri="{FF2B5EF4-FFF2-40B4-BE49-F238E27FC236}">
                <a16:creationId xmlns:a16="http://schemas.microsoft.com/office/drawing/2014/main" id="{AE4AEF5C-0C9D-4CF1-BFCF-B8CFB6C645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9850"/>
            <a:ext cx="476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5679" lnSpcReduction="1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900" b="0">
                <a:solidFill>
                  <a:srgbClr val="59616E"/>
                </a:solidFill>
                <a:latin typeface="DejaVu Sans"/>
                <a:ea typeface="DejaVu Sans"/>
                <a:cs typeface="DejaVu Sans"/>
              </a:defRPr>
            </a:pPr>
            <a:r>
              <a:rPr sz="900" b="0">
                <a:solidFill>
                  <a:srgbClr val="59616E"/>
                </a:solidFill>
                <a:latin typeface="DejaVu Sans"/>
                <a:ea typeface="DejaVu Sans"/>
                <a:cs typeface="DejaVu Sans"/>
              </a:rPr>
              <a:t>08</a:t>
            </a:r>
          </a:p>
        </p:txBody>
      </p:sp>
    </p:spTree>
    <p:extLst>
      <p:ext uri="{BB962C8B-B14F-4D97-AF65-F5344CB8AC3E}">
        <p14:creationId xmlns:p14="http://schemas.microsoft.com/office/powerpoint/2010/main" val="1875442055"/>
      </p:ext>
    </p:extLst>
  </p:cSld>
</p:sld>
</file>

<file path=ppt/slides/slide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Прямоугольник 5">
            <a:extLst xmlns:a="http://schemas.openxmlformats.org/drawingml/2006/main">
              <a:ext uri="{FF2B5EF4-FFF2-40B4-BE49-F238E27FC236}">
                <a16:creationId xmlns:a16="http://schemas.microsoft.com/office/drawing/2014/main" id="{95B52D66-D5C8-4B44-8EFE-C16AAB8A11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28600"/>
            <a:ext cx="3810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9808" lnSpcReduction="1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59616E"/>
                </a:solidFill>
                <a:latin typeface="DejaVu Sans"/>
                <a:ea typeface="DejaVu Sans"/>
                <a:cs typeface="DejaVu Sans"/>
              </a:defRPr>
            </a:pPr>
            <a:r>
              <a:rPr sz="975" b="1">
                <a:solidFill>
                  <a:srgbClr val="59616E"/>
                </a:solidFill>
                <a:latin typeface="DejaVu Sans"/>
                <a:ea typeface="DejaVu Sans"/>
                <a:cs typeface="DejaVu Sans"/>
              </a:rPr>
              <a:t>AI / КҮНДЕ</a:t>
            </a:r>
          </a:p>
        </p:txBody>
      </p:sp>
      <p:sp>
        <p:nvSpPr>
          <p:cNvPr id="2" name="Прямоугольник 1">
            <a:extLst xmlns:a="http://schemas.openxmlformats.org/drawingml/2006/main">
              <a:ext uri="{FF2B5EF4-FFF2-40B4-BE49-F238E27FC236}">
                <a16:creationId xmlns:a16="http://schemas.microsoft.com/office/drawing/2014/main" id="{3133884B-FBD9-4E15-BDDB-68C386EFBC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552450"/>
            <a:ext cx="107632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E1420"/>
                </a:solidFill>
                <a:latin typeface="DejaVu Sans"/>
                <a:ea typeface="DejaVu Sans"/>
                <a:cs typeface="DejaVu Sans"/>
              </a:defRPr>
            </a:pPr>
            <a:r>
              <a:rPr sz="2550" b="1">
                <a:solidFill>
                  <a:srgbClr val="0E1420"/>
                </a:solidFill>
                <a:latin typeface="DejaVu Sans"/>
                <a:ea typeface="DejaVu Sans"/>
                <a:cs typeface="DejaVu Sans"/>
              </a:rPr>
              <a:t>Қай сервисті қай міндетке қолданамыз?</a:t>
            </a:r>
          </a:p>
        </p:txBody>
      </p:sp>
      <p:graphicFrame>
        <p:nvGraphicFramePr>
          <p:cNvPr id="18" name="Таблица 7"/>
          <p:cNvGraphicFramePr/>
          <p:nvPr/>
        </p:nvGraphicFramePr>
        <p:xfrm>
          <a:off xmlns:a="http://schemas.openxmlformats.org/drawingml/2006/main" x="704850" y="1524000"/>
          <a:ext xmlns:a="http://schemas.openxmlformats.org/drawingml/2006/main" cx="10763251" cy="419100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2813050"/>
                <a:gridCol w="3467057"/>
                <a:gridCol w="4483144"/>
              </a:tblGrid>
              <a:tr h="698500">
                <a:tc>
                  <a:txBody>
                    <a:bodyPr/>
                    <a:lstStyle/>
                    <a:p>
                      <a:r>
                        <a:rPr sz="1125" b="1">
                          <a:solidFill>
                            <a:srgbClr val="0E1420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Міндет</a:t>
                      </a:r>
                    </a:p>
                  </a:txBody>
                  <a:tcPr marL="91440" marR="91440" marT="45720" marB="45720">
                    <a:solidFill>
                      <a:srgbClr val="B8F23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25" b="1">
                          <a:solidFill>
                            <a:srgbClr val="0E1420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Бастауға</a:t>
                      </a:r>
                      <a:r>
                        <a:rPr sz="1125" b="1">
                          <a:solidFill>
                            <a:srgbClr val="0E1420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 </a:t>
                      </a:r>
                      <a:r>
                        <a:rPr sz="1125" b="1">
                          <a:solidFill>
                            <a:srgbClr val="0E1420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болатын</a:t>
                      </a:r>
                      <a:r>
                        <a:rPr sz="1125" b="1">
                          <a:solidFill>
                            <a:srgbClr val="0E1420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 </a:t>
                      </a:r>
                      <a:r>
                        <a:rPr sz="1125" b="1">
                          <a:solidFill>
                            <a:srgbClr val="0E1420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сервис</a:t>
                      </a:r>
                      <a:endParaRPr sz="1125" b="1">
                        <a:solidFill>
                          <a:srgbClr val="0E1420"/>
                        </a:solidFill>
                        <a:latin typeface="DejaVu Sans"/>
                        <a:ea typeface="DejaVu Sans"/>
                        <a:cs typeface="DejaVu Sans"/>
                      </a:endParaRPr>
                    </a:p>
                  </a:txBody>
                  <a:tcPr marL="91440" marR="91440" marT="45720" marB="45720">
                    <a:solidFill>
                      <a:srgbClr val="B8F238"/>
                    </a:solidFill>
                  </a:tcPr>
                </a:tc>
                <a:tc>
                  <a:txBody>
                    <a:bodyPr/>
                    <a:lstStyle/>
                    <a:p>
                      <a:endParaRPr sz="1125" b="1">
                        <a:solidFill>
                          <a:srgbClr val="0E1420"/>
                        </a:solidFill>
                        <a:latin typeface="DejaVu Sans"/>
                        <a:ea typeface="DejaVu Sans"/>
                        <a:cs typeface="DejaVu Sans"/>
                      </a:endParaRPr>
                    </a:p>
                  </a:txBody>
                  <a:tcPr marL="91440" marR="91440" marT="45720" marB="45720">
                    <a:solidFill>
                      <a:srgbClr val="B8F238"/>
                    </a:solidFill>
                  </a:tcPr>
                </a:tc>
              </a:tr>
              <a:tr h="698500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0E1420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Хат, жоспар, түсіндіру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0E1420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ChatGPT </a:t>
                      </a:r>
                      <a:r>
                        <a:rPr sz="1050">
                          <a:solidFill>
                            <a:srgbClr val="0E1420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немесе</a:t>
                      </a:r>
                      <a:r>
                        <a:rPr sz="1050">
                          <a:solidFill>
                            <a:srgbClr val="0E1420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 Gemini</a:t>
                      </a:r>
                      <a:r>
                        <a:rPr sz="1050">
                          <a:solidFill>
                            <a:srgbClr val="0E1420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 </a:t>
                      </a:r>
                      <a:endParaRPr sz="1050">
                        <a:solidFill>
                          <a:srgbClr val="0E1420"/>
                        </a:solidFill>
                        <a:latin typeface="DejaVu Sans"/>
                        <a:ea typeface="DejaVu Sans"/>
                        <a:cs typeface="DejaVu Sans"/>
                      </a:endParaRP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endParaRPr sz="1050">
                        <a:solidFill>
                          <a:srgbClr val="0E1420"/>
                        </a:solidFill>
                        <a:latin typeface="DejaVu Sans"/>
                        <a:ea typeface="DejaVu Sans"/>
                        <a:cs typeface="DejaVu Sans"/>
                      </a:endParaRP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698500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0E1420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Құжат пен файлды талдау</a:t>
                      </a:r>
                    </a:p>
                  </a:txBody>
                  <a:tcPr marL="91440" marR="91440" marT="45720" marB="45720">
                    <a:solidFill>
                      <a:srgbClr val="EDF2E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0E1420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Gemini немесе ChatGPT</a:t>
                      </a:r>
                    </a:p>
                  </a:txBody>
                  <a:tcPr marL="91440" marR="91440" marT="45720" marB="45720">
                    <a:solidFill>
                      <a:srgbClr val="EDF2E3"/>
                    </a:solidFill>
                  </a:tcPr>
                </a:tc>
                <a:tc>
                  <a:txBody>
                    <a:bodyPr/>
                    <a:lstStyle/>
                    <a:p>
                      <a:endParaRPr sz="1050">
                        <a:solidFill>
                          <a:srgbClr val="0E1420"/>
                        </a:solidFill>
                        <a:latin typeface="DejaVu Sans"/>
                        <a:ea typeface="DejaVu Sans"/>
                        <a:cs typeface="DejaVu Sans"/>
                      </a:endParaRPr>
                    </a:p>
                  </a:txBody>
                  <a:tcPr marL="91440" marR="91440" marT="45720" marB="45720">
                    <a:solidFill>
                      <a:srgbClr val="EDF2E3"/>
                    </a:solidFill>
                  </a:tcPr>
                </a:tc>
              </a:tr>
              <a:tr h="698500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0E1420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Дереккөздері бар веб іздеу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0E1420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Perplexity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endParaRPr sz="1050">
                        <a:solidFill>
                          <a:srgbClr val="0E1420"/>
                        </a:solidFill>
                        <a:latin typeface="DejaVu Sans"/>
                        <a:ea typeface="DejaVu Sans"/>
                        <a:cs typeface="DejaVu Sans"/>
                      </a:endParaRP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698500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0E1420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Слайдтың алғашқы нұсқасы</a:t>
                      </a:r>
                    </a:p>
                  </a:txBody>
                  <a:tcPr marL="91440" marR="91440" marT="45720" marB="45720">
                    <a:solidFill>
                      <a:srgbClr val="EDF2E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0E1420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Gamma</a:t>
                      </a:r>
                    </a:p>
                  </a:txBody>
                  <a:tcPr marL="91440" marR="91440" marT="45720" marB="45720">
                    <a:solidFill>
                      <a:srgbClr val="EDF2E3"/>
                    </a:solidFill>
                  </a:tcPr>
                </a:tc>
                <a:tc>
                  <a:txBody>
                    <a:bodyPr/>
                    <a:lstStyle/>
                    <a:p>
                      <a:endParaRPr sz="1050">
                        <a:solidFill>
                          <a:srgbClr val="0E1420"/>
                        </a:solidFill>
                        <a:latin typeface="DejaVu Sans"/>
                        <a:ea typeface="DejaVu Sans"/>
                        <a:cs typeface="DejaVu Sans"/>
                      </a:endParaRPr>
                    </a:p>
                  </a:txBody>
                  <a:tcPr marL="91440" marR="91440" marT="45720" marB="45720">
                    <a:solidFill>
                      <a:srgbClr val="EDF2E3"/>
                    </a:solidFill>
                  </a:tcPr>
                </a:tc>
              </a:tr>
              <a:tr h="698500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0E1420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Кестені</a:t>
                      </a:r>
                      <a:r>
                        <a:rPr sz="1050">
                          <a:solidFill>
                            <a:srgbClr val="0E1420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 </a:t>
                      </a:r>
                      <a:r>
                        <a:rPr sz="1050">
                          <a:solidFill>
                            <a:srgbClr val="0E1420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талдау</a:t>
                      </a:r>
                      <a:endParaRPr sz="1050">
                        <a:solidFill>
                          <a:srgbClr val="0E1420"/>
                        </a:solidFill>
                        <a:latin typeface="DejaVu Sans"/>
                        <a:ea typeface="DejaVu Sans"/>
                        <a:cs typeface="DejaVu Sans"/>
                      </a:endParaRP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0E1420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ChatGPT </a:t>
                      </a:r>
                      <a:r>
                        <a:rPr sz="1050">
                          <a:solidFill>
                            <a:srgbClr val="0E1420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немесе</a:t>
                      </a:r>
                      <a:r>
                        <a:rPr sz="1050">
                          <a:solidFill>
                            <a:srgbClr val="0E1420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 Gemini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endParaRPr sz="1050">
                        <a:solidFill>
                          <a:srgbClr val="0E1420"/>
                        </a:solidFill>
                        <a:latin typeface="DejaVu Sans"/>
                        <a:ea typeface="DejaVu Sans"/>
                        <a:cs typeface="DejaVu Sans"/>
                      </a:endParaRP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Прямоугольник 4">
            <a:extLst xmlns:a="http://schemas.openxmlformats.org/drawingml/2006/main">
              <a:ext uri="{FF2B5EF4-FFF2-40B4-BE49-F238E27FC236}">
                <a16:creationId xmlns:a16="http://schemas.microsoft.com/office/drawing/2014/main" id="{C512A1BF-CCD8-4702-A962-858DC3929F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9850"/>
            <a:ext cx="476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5679" lnSpcReduction="1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900" b="0">
                <a:solidFill>
                  <a:srgbClr val="59616E"/>
                </a:solidFill>
                <a:latin typeface="DejaVu Sans"/>
                <a:ea typeface="DejaVu Sans"/>
                <a:cs typeface="DejaVu Sans"/>
              </a:defRPr>
            </a:pPr>
            <a:r>
              <a:rPr sz="900" b="0">
                <a:solidFill>
                  <a:srgbClr val="59616E"/>
                </a:solidFill>
                <a:latin typeface="DejaVu Sans"/>
                <a:ea typeface="DejaVu Sans"/>
                <a:cs typeface="DejaVu Sans"/>
              </a:rPr>
              <a:t>09</a:t>
            </a:r>
          </a:p>
        </p:txBody>
      </p:sp>
      <p:pic>
        <p:nvPicPr>
          <p:cNvPr id="20" name="Picture 6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76299a7856944d9"/>
          <a:srcRect xmlns:a="http://schemas.openxmlformats.org/drawingml/2006/main" l="0" t="0" r="0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124700" y="2280324"/>
            <a:ext cx="565150" cy="565150"/>
          </a:xfrm>
          <a:prstGeom xmlns:a="http://schemas.openxmlformats.org/drawingml/2006/main" prst="rect">
            <a:avLst/>
          </a:prstGeom>
        </p:spPr>
      </p:pic>
      <p:pic>
        <p:nvPicPr>
          <p:cNvPr id="21" name="Picture 1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72c1b450327493e"/>
          <a:srcRect xmlns:a="http://schemas.openxmlformats.org/drawingml/2006/main" l="0" t="0" r="0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937500" y="2239049"/>
            <a:ext cx="1028700" cy="576501"/>
          </a:xfrm>
          <a:prstGeom xmlns:a="http://schemas.openxmlformats.org/drawingml/2006/main" prst="rect">
            <a:avLst/>
          </a:prstGeom>
        </p:spPr>
      </p:pic>
      <p:pic>
        <p:nvPicPr>
          <p:cNvPr id="22" name="Picture 1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72c1b450327493e"/>
          <a:srcRect xmlns:a="http://schemas.openxmlformats.org/drawingml/2006/main" l="0" t="0" r="0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124700" y="2943899"/>
            <a:ext cx="1028700" cy="576501"/>
          </a:xfrm>
          <a:prstGeom xmlns:a="http://schemas.openxmlformats.org/drawingml/2006/main" prst="rect">
            <a:avLst/>
          </a:prstGeom>
        </p:spPr>
      </p:pic>
      <p:pic>
        <p:nvPicPr>
          <p:cNvPr id="23" name="Picture 6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76299a7856944d9"/>
          <a:srcRect xmlns:a="http://schemas.openxmlformats.org/drawingml/2006/main" l="0" t="0" r="0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8572500" y="2971579"/>
            <a:ext cx="565150" cy="565150"/>
          </a:xfrm>
          <a:prstGeom xmlns:a="http://schemas.openxmlformats.org/drawingml/2006/main" prst="rect">
            <a:avLst/>
          </a:prstGeom>
        </p:spPr>
      </p:pic>
      <p:pic>
        <p:nvPicPr>
          <p:cNvPr id="24" name="Picture 14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87029bd99b741e9"/>
          <a:srcRect xmlns:a="http://schemas.openxmlformats.org/drawingml/2006/main" l="0" t="0" r="0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124700" y="3648772"/>
            <a:ext cx="1028700" cy="551985"/>
          </a:xfrm>
          <a:prstGeom xmlns:a="http://schemas.openxmlformats.org/drawingml/2006/main" prst="rect">
            <a:avLst/>
          </a:prstGeom>
        </p:spPr>
      </p:pic>
      <p:pic>
        <p:nvPicPr>
          <p:cNvPr id="25" name="Picture 18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c821da43c634805"/>
          <a:srcRect xmlns:a="http://schemas.openxmlformats.org/drawingml/2006/main" l="0" t="0" r="0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124700" y="4412808"/>
            <a:ext cx="1028700" cy="540192"/>
          </a:xfrm>
          <a:prstGeom xmlns:a="http://schemas.openxmlformats.org/drawingml/2006/main" prst="rect">
            <a:avLst/>
          </a:prstGeom>
        </p:spPr>
      </p:pic>
      <p:pic>
        <p:nvPicPr>
          <p:cNvPr id="26" name="Picture 6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76299a7856944d9"/>
          <a:srcRect xmlns:a="http://schemas.openxmlformats.org/drawingml/2006/main" l="0" t="0" r="0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124700" y="5051425"/>
            <a:ext cx="565150" cy="565150"/>
          </a:xfrm>
          <a:prstGeom xmlns:a="http://schemas.openxmlformats.org/drawingml/2006/main" prst="rect">
            <a:avLst/>
          </a:prstGeom>
        </p:spPr>
      </p:pic>
      <p:pic>
        <p:nvPicPr>
          <p:cNvPr id="27" name="Picture 1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72c1b450327493e"/>
          <a:srcRect xmlns:a="http://schemas.openxmlformats.org/drawingml/2006/main" l="0" t="0" r="0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8035925" y="5045749"/>
            <a:ext cx="1028700" cy="576501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22851331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7F7F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Прямоугольник 5">
            <a:extLst xmlns:a="http://schemas.openxmlformats.org/drawingml/2006/main">
              <a:ext uri="{FF2B5EF4-FFF2-40B4-BE49-F238E27FC236}">
                <a16:creationId xmlns:a16="http://schemas.microsoft.com/office/drawing/2014/main" id="{87F1B4CF-F5E1-4D90-AAC9-CE7281A93A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28600"/>
            <a:ext cx="3810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9808" lnSpcReduction="1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59616E"/>
                </a:solidFill>
                <a:latin typeface="DejaVu Sans"/>
                <a:ea typeface="DejaVu Sans"/>
                <a:cs typeface="DejaVu Sans"/>
              </a:defRPr>
            </a:pPr>
            <a:r>
              <a:rPr sz="975" b="1">
                <a:solidFill>
                  <a:srgbClr val="59616E"/>
                </a:solidFill>
                <a:latin typeface="DejaVu Sans"/>
                <a:ea typeface="DejaVu Sans"/>
                <a:cs typeface="DejaVu Sans"/>
              </a:rPr>
              <a:t>AI / КҮНДЕ</a:t>
            </a:r>
          </a:p>
        </p:txBody>
      </p:sp>
      <p:sp>
        <p:nvSpPr>
          <p:cNvPr id="2" name="Прямоугольник 1">
            <a:extLst xmlns:a="http://schemas.openxmlformats.org/drawingml/2006/main">
              <a:ext uri="{FF2B5EF4-FFF2-40B4-BE49-F238E27FC236}">
                <a16:creationId xmlns:a16="http://schemas.microsoft.com/office/drawing/2014/main" id="{1F4B32F6-314F-4894-8373-674FA65E97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552450"/>
            <a:ext cx="107632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E1420"/>
                </a:solidFill>
                <a:latin typeface="DejaVu Sans"/>
                <a:ea typeface="DejaVu Sans"/>
                <a:cs typeface="DejaVu Sans"/>
              </a:defRPr>
            </a:pPr>
            <a:r>
              <a:rPr sz="2550" b="1">
                <a:solidFill>
                  <a:srgbClr val="0E1420"/>
                </a:solidFill>
                <a:latin typeface="DejaVu Sans"/>
                <a:ea typeface="DejaVu Sans"/>
                <a:cs typeface="DejaVu Sans"/>
              </a:rPr>
              <a:t>Браузердегі алғашқы сұрау</a:t>
            </a:r>
          </a:p>
        </p:txBody>
      </p:sp>
      <p:pic>
        <p:nvPicPr>
          <p:cNvPr id="10" name="Рисунок 7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5502dcf7fbb44e0"/>
          <a:stretch xmlns:a="http://schemas.openxmlformats.org/drawingml/2006/main"/>
        </p:blipFill>
        <p:spPr>
          <a:xfrm xmlns:a="http://schemas.openxmlformats.org/drawingml/2006/main">
            <a:off x="3038475" y="1524000"/>
            <a:ext cx="6096000" cy="3429000"/>
          </a:xfrm>
          <a:prstGeom xmlns:a="http://schemas.openxmlformats.org/drawingml/2006/main" prst="rect">
            <a:avLst/>
          </a:prstGeom>
        </p:spPr>
      </p:pic>
      <p:sp>
        <p:nvSpPr>
          <p:cNvPr id="4" name="Прямоугольник 3">
            <a:extLst xmlns:a="http://schemas.openxmlformats.org/drawingml/2006/main">
              <a:ext uri="{FF2B5EF4-FFF2-40B4-BE49-F238E27FC236}">
                <a16:creationId xmlns:a16="http://schemas.microsoft.com/office/drawing/2014/main" id="{5799294F-5BCC-41FB-8666-0C3D460D24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5238750"/>
            <a:ext cx="107632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575" b="1">
                <a:solidFill>
                  <a:srgbClr val="0E1420"/>
                </a:solidFill>
                <a:latin typeface="DejaVu Sans"/>
                <a:ea typeface="DejaVu Sans"/>
                <a:cs typeface="DejaVu Sans"/>
              </a:defRPr>
            </a:pPr>
            <a:r>
              <a:rPr sz="1575" b="1">
                <a:solidFill>
                  <a:srgbClr val="0E1420"/>
                </a:solidFill>
                <a:latin typeface="DejaVu Sans"/>
                <a:ea typeface="DejaVu Sans"/>
                <a:cs typeface="DejaVu Sans"/>
              </a:rPr>
              <a:t>1. Енгізу өрісін басыңыз   2. Міндетті жазыңыз   3. Жіберіңіз</a:t>
            </a:r>
          </a:p>
        </p:txBody>
      </p:sp>
      <p:sp>
        <p:nvSpPr>
          <p:cNvPr id="5" name="Прямоугольник 4">
            <a:extLst xmlns:a="http://schemas.openxmlformats.org/drawingml/2006/main">
              <a:ext uri="{FF2B5EF4-FFF2-40B4-BE49-F238E27FC236}">
                <a16:creationId xmlns:a16="http://schemas.microsoft.com/office/drawing/2014/main" id="{867FCA8C-6998-46BA-91CB-A5F141BAD1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9850"/>
            <a:ext cx="476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5679" lnSpcReduction="1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900" b="0">
                <a:solidFill>
                  <a:srgbClr val="59616E"/>
                </a:solidFill>
                <a:latin typeface="DejaVu Sans"/>
                <a:ea typeface="DejaVu Sans"/>
                <a:cs typeface="DejaVu Sans"/>
              </a:defRPr>
            </a:pPr>
            <a:r>
              <a:rPr sz="900" b="0">
                <a:solidFill>
                  <a:srgbClr val="59616E"/>
                </a:solidFill>
                <a:latin typeface="DejaVu Sans"/>
                <a:ea typeface="DejaVu Sans"/>
                <a:cs typeface="DejaVu Sans"/>
              </a:rPr>
              <a:t>10</a:t>
            </a:r>
          </a:p>
        </p:txBody>
      </p:sp>
    </p:spTree>
    <p:extLst>
      <p:ext uri="{BB962C8B-B14F-4D97-AF65-F5344CB8AC3E}">
        <p14:creationId xmlns:p14="http://schemas.microsoft.com/office/powerpoint/2010/main" val="560371026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7F7F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Прямоугольник 5">
            <a:extLst xmlns:a="http://schemas.openxmlformats.org/drawingml/2006/main">
              <a:ext uri="{FF2B5EF4-FFF2-40B4-BE49-F238E27FC236}">
                <a16:creationId xmlns:a16="http://schemas.microsoft.com/office/drawing/2014/main" id="{3860AD0A-5ED5-45F3-8183-1C9A7E964A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28600"/>
            <a:ext cx="3810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9808" lnSpcReduction="1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59616E"/>
                </a:solidFill>
                <a:latin typeface="DejaVu Sans"/>
                <a:ea typeface="DejaVu Sans"/>
                <a:cs typeface="DejaVu Sans"/>
              </a:defRPr>
            </a:pPr>
            <a:r>
              <a:rPr sz="975" b="1">
                <a:solidFill>
                  <a:srgbClr val="59616E"/>
                </a:solidFill>
                <a:latin typeface="DejaVu Sans"/>
                <a:ea typeface="DejaVu Sans"/>
                <a:cs typeface="DejaVu Sans"/>
              </a:rPr>
              <a:t>AI / КҮНДЕ</a:t>
            </a:r>
          </a:p>
        </p:txBody>
      </p:sp>
      <p:sp>
        <p:nvSpPr>
          <p:cNvPr id="2" name="Прямоугольник 1">
            <a:extLst xmlns:a="http://schemas.openxmlformats.org/drawingml/2006/main">
              <a:ext uri="{FF2B5EF4-FFF2-40B4-BE49-F238E27FC236}">
                <a16:creationId xmlns:a16="http://schemas.microsoft.com/office/drawing/2014/main" id="{7B15A998-1DB2-4E21-BA66-A6A725CB3E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552450"/>
            <a:ext cx="107632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E1420"/>
                </a:solidFill>
                <a:latin typeface="DejaVu Sans"/>
                <a:ea typeface="DejaVu Sans"/>
                <a:cs typeface="DejaVu Sans"/>
              </a:defRPr>
            </a:pPr>
            <a:r>
              <a:rPr sz="2550" b="1">
                <a:solidFill>
                  <a:srgbClr val="0E1420"/>
                </a:solidFill>
                <a:latin typeface="DejaVu Sans"/>
                <a:ea typeface="DejaVu Sans"/>
                <a:cs typeface="DejaVu Sans"/>
              </a:rPr>
              <a:t>Нақты сұраудың формуласы</a:t>
            </a:r>
          </a:p>
        </p:txBody>
      </p:sp>
      <p:graphicFrame>
        <p:nvGraphicFramePr>
          <p:cNvPr id="10" name="Таблица 7"/>
          <p:cNvGraphicFramePr/>
          <p:nvPr/>
        </p:nvGraphicFramePr>
        <p:xfrm>
          <a:off xmlns:a="http://schemas.openxmlformats.org/drawingml/2006/main" x="704850" y="1476375"/>
          <a:ext xmlns:a="http://schemas.openxmlformats.org/drawingml/2006/main" cx="10763250" cy="3762378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1047750"/>
                <a:gridCol w="2952750"/>
                <a:gridCol w="6762750"/>
              </a:tblGrid>
              <a:tr h="627063">
                <a:tc>
                  <a:txBody>
                    <a:bodyPr/>
                    <a:lstStyle/>
                    <a:p>
                      <a:r>
                        <a:rPr sz="1125" b="1">
                          <a:solidFill>
                            <a:srgbClr val="0E1420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Қадам</a:t>
                      </a:r>
                    </a:p>
                  </a:txBody>
                  <a:tcPr marL="91440" marR="91440" marT="45720" marB="45720">
                    <a:solidFill>
                      <a:srgbClr val="B8F23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25" b="1">
                          <a:solidFill>
                            <a:srgbClr val="0E1420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Не көрсетеміз</a:t>
                      </a:r>
                    </a:p>
                  </a:txBody>
                  <a:tcPr marL="91440" marR="91440" marT="45720" marB="45720">
                    <a:solidFill>
                      <a:srgbClr val="B8F23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25" b="1">
                          <a:solidFill>
                            <a:srgbClr val="0E1420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Мысал</a:t>
                      </a:r>
                    </a:p>
                  </a:txBody>
                  <a:tcPr marL="91440" marR="91440" marT="45720" marB="45720">
                    <a:solidFill>
                      <a:srgbClr val="B8F238"/>
                    </a:solidFill>
                  </a:tcPr>
                </a:tc>
              </a:tr>
              <a:tr h="627063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0E1420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1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0E1420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Рөл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0E1420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Сен іс жүргізушісің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627063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0E1420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2</a:t>
                      </a:r>
                    </a:p>
                  </a:txBody>
                  <a:tcPr marL="91440" marR="91440" marT="45720" marB="45720">
                    <a:solidFill>
                      <a:srgbClr val="EDF2E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0E1420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Міндет</a:t>
                      </a:r>
                    </a:p>
                  </a:txBody>
                  <a:tcPr marL="91440" marR="91440" marT="45720" marB="45720">
                    <a:solidFill>
                      <a:srgbClr val="EDF2E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0E1420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Қысқа қызметтік хат жаз</a:t>
                      </a:r>
                    </a:p>
                  </a:txBody>
                  <a:tcPr marL="91440" marR="91440" marT="45720" marB="45720">
                    <a:solidFill>
                      <a:srgbClr val="EDF2E3"/>
                    </a:solidFill>
                  </a:tcPr>
                </a:tc>
              </a:tr>
              <a:tr h="627063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0E1420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3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0E1420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Мәтін</a:t>
                      </a:r>
                      <a:endParaRPr sz="1050">
                        <a:solidFill>
                          <a:srgbClr val="0E1420"/>
                        </a:solidFill>
                        <a:latin typeface="DejaVu Sans"/>
                        <a:ea typeface="DejaVu Sans"/>
                        <a:cs typeface="DejaVu Sans"/>
                      </a:endParaRP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0E1420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Мерзім 25 қыркүйекке ауысты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627063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0E1420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4</a:t>
                      </a:r>
                    </a:p>
                  </a:txBody>
                  <a:tcPr marL="91440" marR="91440" marT="45720" marB="45720">
                    <a:solidFill>
                      <a:srgbClr val="EDF2E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0E1420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Пішім</a:t>
                      </a:r>
                    </a:p>
                  </a:txBody>
                  <a:tcPr marL="91440" marR="91440" marT="45720" marB="45720">
                    <a:solidFill>
                      <a:srgbClr val="EDF2E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0E1420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Қазақша және орысша, 120 сөзге дейін</a:t>
                      </a:r>
                    </a:p>
                  </a:txBody>
                  <a:tcPr marL="91440" marR="91440" marT="45720" marB="45720">
                    <a:solidFill>
                      <a:srgbClr val="EDF2E3"/>
                    </a:solidFill>
                  </a:tcPr>
                </a:tc>
              </a:tr>
              <a:tr h="627063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0E1420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5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0E1420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Шектеу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0E1420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Мәтінде</a:t>
                      </a:r>
                      <a:r>
                        <a:rPr sz="1050">
                          <a:solidFill>
                            <a:srgbClr val="0E1420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 </a:t>
                      </a:r>
                      <a:r>
                        <a:rPr sz="1050">
                          <a:solidFill>
                            <a:srgbClr val="0E1420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жоқ</a:t>
                      </a:r>
                      <a:r>
                        <a:rPr sz="1050">
                          <a:solidFill>
                            <a:srgbClr val="0E1420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 </a:t>
                      </a:r>
                      <a:r>
                        <a:rPr sz="1050">
                          <a:solidFill>
                            <a:srgbClr val="0E1420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деректі</a:t>
                      </a:r>
                      <a:r>
                        <a:rPr sz="1050">
                          <a:solidFill>
                            <a:srgbClr val="0E1420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 </a:t>
                      </a:r>
                      <a:r>
                        <a:rPr sz="1050">
                          <a:solidFill>
                            <a:srgbClr val="0E1420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қоспа</a:t>
                      </a:r>
                      <a:endParaRPr sz="1050">
                        <a:solidFill>
                          <a:srgbClr val="0E1420"/>
                        </a:solidFill>
                        <a:latin typeface="DejaVu Sans"/>
                        <a:ea typeface="DejaVu Sans"/>
                        <a:cs typeface="DejaVu Sans"/>
                      </a:endParaRP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Прямоугольник 3">
            <a:extLst xmlns:a="http://schemas.openxmlformats.org/drawingml/2006/main">
              <a:ext uri="{FF2B5EF4-FFF2-40B4-BE49-F238E27FC236}">
                <a16:creationId xmlns:a16="http://schemas.microsoft.com/office/drawing/2014/main" id="{80EFD994-9051-442E-A2CB-39AFB9C502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5572125"/>
            <a:ext cx="107632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500" b="1">
                <a:solidFill>
                  <a:srgbClr val="8FCF25"/>
                </a:solidFill>
                <a:latin typeface="DejaVu Sans"/>
                <a:ea typeface="DejaVu Sans"/>
                <a:cs typeface="DejaVu Sans"/>
              </a:defRPr>
            </a:pPr>
            <a:r>
              <a:rPr sz="1500" b="1">
                <a:solidFill>
                  <a:srgbClr val="8FCF25"/>
                </a:solidFill>
                <a:latin typeface="DejaVu Sans"/>
                <a:ea typeface="DejaVu Sans"/>
                <a:cs typeface="DejaVu Sans"/>
              </a:rPr>
              <a:t>Мәлімет жеткіліксіз болса, алдымен нақтылау сұрағын қой.</a:t>
            </a:r>
          </a:p>
        </p:txBody>
      </p:sp>
      <p:sp>
        <p:nvSpPr>
          <p:cNvPr id="5" name="Прямоугольник 4">
            <a:extLst xmlns:a="http://schemas.openxmlformats.org/drawingml/2006/main">
              <a:ext uri="{FF2B5EF4-FFF2-40B4-BE49-F238E27FC236}">
                <a16:creationId xmlns:a16="http://schemas.microsoft.com/office/drawing/2014/main" id="{61F43FC5-48D8-4565-933D-5EA8735A57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9850"/>
            <a:ext cx="476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5679" lnSpcReduction="1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900" b="0">
                <a:solidFill>
                  <a:srgbClr val="59616E"/>
                </a:solidFill>
                <a:latin typeface="DejaVu Sans"/>
                <a:ea typeface="DejaVu Sans"/>
                <a:cs typeface="DejaVu Sans"/>
              </a:defRPr>
            </a:pPr>
            <a:r>
              <a:rPr sz="900" b="0">
                <a:solidFill>
                  <a:srgbClr val="59616E"/>
                </a:solidFill>
                <a:latin typeface="DejaVu Sans"/>
                <a:ea typeface="DejaVu Sans"/>
                <a:cs typeface="DejaVu Sans"/>
              </a:rPr>
              <a:t>11</a:t>
            </a:r>
          </a:p>
        </p:txBody>
      </p:sp>
    </p:spTree>
    <p:extLst>
      <p:ext uri="{BB962C8B-B14F-4D97-AF65-F5344CB8AC3E}">
        <p14:creationId xmlns:p14="http://schemas.microsoft.com/office/powerpoint/2010/main" val="2096989811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7F7F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Прямоугольник 8">
            <a:extLst xmlns:a="http://schemas.openxmlformats.org/drawingml/2006/main">
              <a:ext uri="{FF2B5EF4-FFF2-40B4-BE49-F238E27FC236}">
                <a16:creationId xmlns:a16="http://schemas.microsoft.com/office/drawing/2014/main" id="{DC8CBE6D-E35A-4916-A68C-8A5F843395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28600"/>
            <a:ext cx="3810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9808" lnSpcReduction="1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59616E"/>
                </a:solidFill>
                <a:latin typeface="DejaVu Sans"/>
                <a:ea typeface="DejaVu Sans"/>
                <a:cs typeface="DejaVu Sans"/>
              </a:defRPr>
            </a:pPr>
            <a:r>
              <a:rPr sz="975" b="1">
                <a:solidFill>
                  <a:srgbClr val="59616E"/>
                </a:solidFill>
                <a:latin typeface="DejaVu Sans"/>
                <a:ea typeface="DejaVu Sans"/>
                <a:cs typeface="DejaVu Sans"/>
              </a:rPr>
              <a:t>ПРАКТИКА</a:t>
            </a:r>
          </a:p>
        </p:txBody>
      </p:sp>
      <p:sp>
        <p:nvSpPr>
          <p:cNvPr id="2" name="Прямоугольник 1">
            <a:extLst xmlns:a="http://schemas.openxmlformats.org/drawingml/2006/main">
              <a:ext uri="{FF2B5EF4-FFF2-40B4-BE49-F238E27FC236}">
                <a16:creationId xmlns:a16="http://schemas.microsoft.com/office/drawing/2014/main" id="{AD9A2753-96B7-4258-AAC3-4122EA8209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57200"/>
            <a:ext cx="107632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E1420"/>
                </a:solidFill>
                <a:latin typeface="DejaVu Sans"/>
                <a:ea typeface="DejaVu Sans"/>
                <a:cs typeface="DejaVu Sans"/>
              </a:defRPr>
            </a:pPr>
            <a:r>
              <a:rPr sz="2550" b="1">
                <a:solidFill>
                  <a:srgbClr val="0E1420"/>
                </a:solidFill>
                <a:latin typeface="DejaVu Sans"/>
                <a:ea typeface="DejaVu Sans"/>
                <a:cs typeface="DejaVu Sans"/>
              </a:rPr>
              <a:t>Кездесу</a:t>
            </a:r>
            <a:r>
              <a:rPr sz="2550" b="1">
                <a:solidFill>
                  <a:srgbClr val="0E1420"/>
                </a:solidFill>
                <a:latin typeface="DejaVu Sans"/>
                <a:ea typeface="DejaVu Sans"/>
                <a:cs typeface="DejaVu Sans"/>
              </a:rPr>
              <a:t> </a:t>
            </a:r>
            <a:r>
              <a:rPr sz="2550" b="1">
                <a:solidFill>
                  <a:srgbClr val="0E1420"/>
                </a:solidFill>
                <a:latin typeface="DejaVu Sans"/>
                <a:ea typeface="DejaVu Sans"/>
                <a:cs typeface="DejaVu Sans"/>
              </a:rPr>
              <a:t>уақытын</a:t>
            </a:r>
            <a:r>
              <a:rPr sz="2550" b="1">
                <a:solidFill>
                  <a:srgbClr val="0E1420"/>
                </a:solidFill>
                <a:latin typeface="DejaVu Sans"/>
                <a:ea typeface="DejaVu Sans"/>
                <a:cs typeface="DejaVu Sans"/>
              </a:rPr>
              <a:t> </a:t>
            </a:r>
            <a:r>
              <a:rPr sz="2550" b="1">
                <a:solidFill>
                  <a:srgbClr val="0E1420"/>
                </a:solidFill>
                <a:latin typeface="DejaVu Sans"/>
                <a:ea typeface="DejaVu Sans"/>
                <a:cs typeface="DejaVu Sans"/>
              </a:rPr>
              <a:t>ауыстыру</a:t>
            </a:r>
            <a:endParaRPr sz="2550" b="1">
              <a:solidFill>
                <a:srgbClr val="0E1420"/>
              </a:solidFill>
              <a:latin typeface="DejaVu Sans"/>
              <a:ea typeface="DejaVu Sans"/>
              <a:cs typeface="DejaVu Sans"/>
            </a:endParaRPr>
          </a:p>
        </p:txBody>
      </p:sp>
      <p:sp>
        <p:nvSpPr>
          <p:cNvPr id="4" name="Скругленный прямоугольник 3">
            <a:extLst xmlns:a="http://schemas.openxmlformats.org/drawingml/2006/main">
              <a:ext uri="{FF2B5EF4-FFF2-40B4-BE49-F238E27FC236}">
                <a16:creationId xmlns:a16="http://schemas.microsoft.com/office/drawing/2014/main" id="{01A71232-E6D0-4F60-893F-836E5705DE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066801"/>
            <a:ext cx="10744200" cy="1444170"/>
          </a:xfrm>
          <a:prstGeom xmlns:a="http://schemas.openxmlformats.org/drawingml/2006/main" prst="roundRect">
            <a:avLst>
              <a:gd name="adj" fmla="val 5625"/>
            </a:avLst>
          </a:prstGeom>
          <a:solidFill xmlns:a="http://schemas.openxmlformats.org/drawingml/2006/main">
            <a:srgbClr val="0E1420"/>
          </a:solidFill>
          <a:ln xmlns:a="http://schemas.openxmlformats.org/drawingml/2006/main" w="9525">
            <a:solidFill>
              <a:srgbClr val="0E142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5" name="Прямоугольник 4">
            <a:extLst xmlns:a="http://schemas.openxmlformats.org/drawingml/2006/main">
              <a:ext uri="{FF2B5EF4-FFF2-40B4-BE49-F238E27FC236}">
                <a16:creationId xmlns:a16="http://schemas.microsoft.com/office/drawing/2014/main" id="{E2D0DD6D-700E-469B-9C72-7F933BE134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1204913"/>
            <a:ext cx="1238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B8F238"/>
                </a:solidFill>
                <a:latin typeface="DejaVu Sans"/>
                <a:ea typeface="DejaVu Sans"/>
                <a:cs typeface="DejaVu Sans"/>
              </a:defRPr>
            </a:pPr>
            <a:r>
              <a:rPr sz="1050" b="1">
                <a:solidFill>
                  <a:srgbClr val="B8F238"/>
                </a:solidFill>
                <a:latin typeface="DejaVu Sans"/>
                <a:ea typeface="DejaVu Sans"/>
                <a:cs typeface="DejaVu Sans"/>
              </a:rPr>
              <a:t>СҰРАУ</a:t>
            </a:r>
          </a:p>
        </p:txBody>
      </p:sp>
      <p:sp>
        <p:nvSpPr>
          <p:cNvPr id="6" name="Прямоугольник 5">
            <a:extLst xmlns:a="http://schemas.openxmlformats.org/drawingml/2006/main">
              <a:ext uri="{FF2B5EF4-FFF2-40B4-BE49-F238E27FC236}">
                <a16:creationId xmlns:a16="http://schemas.microsoft.com/office/drawing/2014/main" id="{1740B5DB-816F-4869-B888-68EE008D42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863341"/>
            <a:ext cx="10287000" cy="2095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875" b="0">
                <a:solidFill>
                  <a:srgbClr val="FFFFFF"/>
                </a:solidFill>
                <a:latin typeface="DejaVu Sans"/>
                <a:ea typeface="DejaVu Sans"/>
                <a:cs typeface="DejaVu Sans"/>
              </a:defRPr>
            </a:pPr>
            <a:r>
              <a:rPr sz="1875" b="0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Сен</a:t>
            </a:r>
            <a:r>
              <a:rPr sz="1875" b="0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 </a:t>
            </a:r>
            <a:r>
              <a:rPr sz="1875" b="0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іскерлік</a:t>
            </a:r>
            <a:r>
              <a:rPr sz="1875" b="0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 </a:t>
            </a:r>
            <a:r>
              <a:rPr sz="1875" b="0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хат</a:t>
            </a:r>
            <a:r>
              <a:rPr sz="1875" b="0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 </a:t>
            </a:r>
            <a:r>
              <a:rPr sz="1875" b="0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алмасу</a:t>
            </a:r>
            <a:r>
              <a:rPr sz="1875" b="0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 </a:t>
            </a:r>
            <a:r>
              <a:rPr sz="1875" b="0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көмекшісісің</a:t>
            </a:r>
            <a:r>
              <a:rPr sz="1875" b="0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. </a:t>
            </a:r>
            <a:r>
              <a:rPr sz="1875" b="0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Ертеңгі</a:t>
            </a:r>
            <a:r>
              <a:rPr sz="1875" b="0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 </a:t>
            </a:r>
            <a:r>
              <a:rPr sz="1875" b="0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кездесуді</a:t>
            </a:r>
            <a:r>
              <a:rPr sz="1875" b="0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 15:00-ден 16:00-ге </a:t>
            </a:r>
            <a:r>
              <a:rPr sz="1875" b="0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ауыстыруды</a:t>
            </a:r>
            <a:r>
              <a:rPr sz="1875" b="0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 </a:t>
            </a:r>
            <a:r>
              <a:rPr sz="1875" b="0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сұрайтын</a:t>
            </a:r>
            <a:r>
              <a:rPr sz="1875" b="0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 </a:t>
            </a:r>
            <a:r>
              <a:rPr sz="1875" b="0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сыпайы</a:t>
            </a:r>
            <a:r>
              <a:rPr sz="1875" b="0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 </a:t>
            </a:r>
            <a:r>
              <a:rPr sz="1875" b="0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хабарлама</a:t>
            </a:r>
            <a:r>
              <a:rPr sz="1875" b="0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 </a:t>
            </a:r>
            <a:r>
              <a:rPr sz="1875" b="0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жаз</a:t>
            </a:r>
            <a:r>
              <a:rPr sz="1875" b="0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. </a:t>
            </a:r>
            <a:r>
              <a:rPr sz="1875" b="0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Қазақ</a:t>
            </a:r>
            <a:r>
              <a:rPr sz="1875" b="0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 </a:t>
            </a:r>
            <a:r>
              <a:rPr sz="1875" b="0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және</a:t>
            </a:r>
            <a:r>
              <a:rPr sz="1875" b="0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 </a:t>
            </a:r>
            <a:r>
              <a:rPr sz="1875" b="0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орыс</a:t>
            </a:r>
            <a:r>
              <a:rPr sz="1875" b="0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 </a:t>
            </a:r>
            <a:r>
              <a:rPr sz="1875" b="0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тілдерінде</a:t>
            </a:r>
            <a:r>
              <a:rPr sz="1875" b="0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 </a:t>
            </a:r>
            <a:r>
              <a:rPr sz="1875" b="0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бер</a:t>
            </a:r>
            <a:r>
              <a:rPr sz="1875" b="0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. </a:t>
            </a:r>
            <a:r>
              <a:rPr sz="1875" b="0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Әр</a:t>
            </a:r>
            <a:r>
              <a:rPr sz="1875" b="0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 </a:t>
            </a:r>
            <a:r>
              <a:rPr sz="1875" b="0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нұсқа</a:t>
            </a:r>
            <a:r>
              <a:rPr sz="1875" b="0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 </a:t>
            </a:r>
            <a:r>
              <a:rPr sz="1875" b="0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екі</a:t>
            </a:r>
            <a:r>
              <a:rPr sz="1875" b="0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 </a:t>
            </a:r>
            <a:r>
              <a:rPr sz="1875" b="0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сөйлемнен</a:t>
            </a:r>
            <a:r>
              <a:rPr sz="1875" b="0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 </a:t>
            </a:r>
            <a:r>
              <a:rPr sz="1875" b="0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аспасын</a:t>
            </a:r>
            <a:r>
              <a:rPr sz="1875" b="0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.</a:t>
            </a:r>
          </a:p>
        </p:txBody>
      </p:sp>
      <p:sp>
        <p:nvSpPr>
          <p:cNvPr id="7" name="Прямоугольник 6">
            <a:extLst xmlns:a="http://schemas.openxmlformats.org/drawingml/2006/main">
              <a:ext uri="{FF2B5EF4-FFF2-40B4-BE49-F238E27FC236}">
                <a16:creationId xmlns:a16="http://schemas.microsoft.com/office/drawing/2014/main" id="{AF262E9E-F660-4D10-BAC3-9AF84E1229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592031"/>
            <a:ext cx="10763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59616E"/>
                </a:solidFill>
                <a:latin typeface="DejaVu Sans"/>
                <a:ea typeface="DejaVu Sans"/>
                <a:cs typeface="DejaVu Sans"/>
              </a:defRPr>
            </a:pPr>
            <a:r>
              <a:rPr sz="1200" b="0">
                <a:solidFill>
                  <a:srgbClr val="59616E"/>
                </a:solidFill>
                <a:latin typeface="DejaVu Sans"/>
                <a:ea typeface="DejaVu Sans"/>
                <a:cs typeface="DejaVu Sans"/>
              </a:rPr>
              <a:t>Оқу </a:t>
            </a:r>
            <a:r>
              <a:rPr sz="1200" b="0">
                <a:solidFill>
                  <a:srgbClr val="59616E"/>
                </a:solidFill>
                <a:latin typeface="DejaVu Sans"/>
                <a:ea typeface="DejaVu Sans"/>
                <a:cs typeface="DejaVu Sans"/>
              </a:rPr>
              <a:t>үлгісі</a:t>
            </a:r>
            <a:r>
              <a:rPr sz="1200" b="0">
                <a:solidFill>
                  <a:srgbClr val="59616E"/>
                </a:solidFill>
                <a:latin typeface="DejaVu Sans"/>
                <a:ea typeface="DejaVu Sans"/>
                <a:cs typeface="DejaVu Sans"/>
              </a:rPr>
              <a:t>. </a:t>
            </a:r>
            <a:r>
              <a:rPr sz="1200" b="0">
                <a:solidFill>
                  <a:srgbClr val="59616E"/>
                </a:solidFill>
                <a:latin typeface="DejaVu Sans"/>
                <a:ea typeface="DejaVu Sans"/>
                <a:cs typeface="DejaVu Sans"/>
              </a:rPr>
              <a:t>Құпия</a:t>
            </a:r>
            <a:r>
              <a:rPr sz="1200" b="0">
                <a:solidFill>
                  <a:srgbClr val="59616E"/>
                </a:solidFill>
                <a:latin typeface="DejaVu Sans"/>
                <a:ea typeface="DejaVu Sans"/>
                <a:cs typeface="DejaVu Sans"/>
              </a:rPr>
              <a:t> </a:t>
            </a:r>
            <a:r>
              <a:rPr sz="1200" b="0">
                <a:solidFill>
                  <a:srgbClr val="59616E"/>
                </a:solidFill>
                <a:latin typeface="DejaVu Sans"/>
                <a:ea typeface="DejaVu Sans"/>
                <a:cs typeface="DejaVu Sans"/>
              </a:rPr>
              <a:t>және</a:t>
            </a:r>
            <a:r>
              <a:rPr sz="1200" b="0">
                <a:solidFill>
                  <a:srgbClr val="59616E"/>
                </a:solidFill>
                <a:latin typeface="DejaVu Sans"/>
                <a:ea typeface="DejaVu Sans"/>
                <a:cs typeface="DejaVu Sans"/>
              </a:rPr>
              <a:t> </a:t>
            </a:r>
            <a:r>
              <a:rPr sz="1200" b="0">
                <a:solidFill>
                  <a:srgbClr val="59616E"/>
                </a:solidFill>
                <a:latin typeface="DejaVu Sans"/>
                <a:ea typeface="DejaVu Sans"/>
                <a:cs typeface="DejaVu Sans"/>
              </a:rPr>
              <a:t>жеке</a:t>
            </a:r>
            <a:r>
              <a:rPr sz="1200" b="0">
                <a:solidFill>
                  <a:srgbClr val="59616E"/>
                </a:solidFill>
                <a:latin typeface="DejaVu Sans"/>
                <a:ea typeface="DejaVu Sans"/>
                <a:cs typeface="DejaVu Sans"/>
              </a:rPr>
              <a:t> </a:t>
            </a:r>
            <a:r>
              <a:rPr sz="1200" b="0">
                <a:solidFill>
                  <a:srgbClr val="59616E"/>
                </a:solidFill>
                <a:latin typeface="DejaVu Sans"/>
                <a:ea typeface="DejaVu Sans"/>
                <a:cs typeface="DejaVu Sans"/>
              </a:rPr>
              <a:t>деректерді</a:t>
            </a:r>
            <a:r>
              <a:rPr sz="1200" b="0">
                <a:solidFill>
                  <a:srgbClr val="59616E"/>
                </a:solidFill>
                <a:latin typeface="DejaVu Sans"/>
                <a:ea typeface="DejaVu Sans"/>
                <a:cs typeface="DejaVu Sans"/>
              </a:rPr>
              <a:t> </a:t>
            </a:r>
            <a:r>
              <a:rPr sz="1200" b="0">
                <a:solidFill>
                  <a:srgbClr val="59616E"/>
                </a:solidFill>
                <a:latin typeface="DejaVu Sans"/>
                <a:ea typeface="DejaVu Sans"/>
                <a:cs typeface="DejaVu Sans"/>
              </a:rPr>
              <a:t>енгізбейміз</a:t>
            </a:r>
            <a:r>
              <a:rPr sz="1200" b="0">
                <a:solidFill>
                  <a:srgbClr val="59616E"/>
                </a:solidFill>
                <a:latin typeface="DejaVu Sans"/>
                <a:ea typeface="DejaVu Sans"/>
                <a:cs typeface="DejaVu Sans"/>
              </a:rPr>
              <a:t>.</a:t>
            </a:r>
          </a:p>
        </p:txBody>
      </p:sp>
      <p:sp>
        <p:nvSpPr>
          <p:cNvPr id="8" name="Прямоугольник 7">
            <a:extLst xmlns:a="http://schemas.openxmlformats.org/drawingml/2006/main">
              <a:ext uri="{FF2B5EF4-FFF2-40B4-BE49-F238E27FC236}">
                <a16:creationId xmlns:a16="http://schemas.microsoft.com/office/drawing/2014/main" id="{3FA06C87-BBFD-4BAF-B283-433EFD7DEF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9850"/>
            <a:ext cx="476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5679" lnSpcReduction="1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900" b="0">
                <a:solidFill>
                  <a:srgbClr val="59616E"/>
                </a:solidFill>
                <a:latin typeface="DejaVu Sans"/>
                <a:ea typeface="DejaVu Sans"/>
                <a:cs typeface="DejaVu Sans"/>
              </a:defRPr>
            </a:pPr>
            <a:r>
              <a:rPr sz="900" b="0">
                <a:solidFill>
                  <a:srgbClr val="59616E"/>
                </a:solidFill>
                <a:latin typeface="DejaVu Sans"/>
                <a:ea typeface="DejaVu Sans"/>
                <a:cs typeface="DejaVu Sans"/>
              </a:rPr>
              <a:t>12</a:t>
            </a:r>
          </a:p>
        </p:txBody>
      </p:sp>
      <p:pic>
        <p:nvPicPr>
          <p:cNvPr id="26" name="Рисунок 1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7d97008b9ac4f92"/>
          <a:srcRect xmlns:a="http://schemas.openxmlformats.org/drawingml/2006/main" l="28936" t="0" r="223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91243" y="2877781"/>
            <a:ext cx="4905829" cy="3388246"/>
          </a:xfrm>
          <a:prstGeom xmlns:a="http://schemas.openxmlformats.org/drawingml/2006/main" prst="rect">
            <a:avLst/>
          </a:prstGeom>
        </p:spPr>
      </p:pic>
      <p:pic>
        <p:nvPicPr>
          <p:cNvPr id="27" name="Рисунок 14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802bd543465482f"/>
          <a:srcRect xmlns:a="http://schemas.openxmlformats.org/drawingml/2006/main" l="26226" t="0" r="15511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939643" y="2877781"/>
            <a:ext cx="4528457" cy="3388246"/>
          </a:xfrm>
          <a:prstGeom xmlns:a="http://schemas.openxmlformats.org/drawingml/2006/main" prst="rect">
            <a:avLst/>
          </a:prstGeom>
        </p:spPr>
      </p:pic>
      <p:sp>
        <p:nvSpPr>
          <p:cNvPr id="16" name="Прямоугольник 15">
            <a:extLst xmlns:a="http://schemas.openxmlformats.org/drawingml/2006/main">
              <a:ext uri="{FF2B5EF4-FFF2-40B4-BE49-F238E27FC236}">
                <a16:creationId xmlns:a16="http://schemas.microsoft.com/office/drawing/2014/main" id="{E607D1A2-1445-28AD-1E35-3C87621ED8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6310312"/>
            <a:ext cx="107632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0E1420"/>
                </a:solidFill>
                <a:latin typeface="DejaVu Sans"/>
                <a:ea typeface="DejaVu Sans"/>
                <a:cs typeface="DejaVu Sans"/>
              </a:defRPr>
            </a:pPr>
            <a:r>
              <a:rPr sz="1350" b="1">
                <a:solidFill>
                  <a:srgbClr val="0E1420"/>
                </a:solidFill>
                <a:latin typeface="DejaVu Sans"/>
                <a:ea typeface="DejaVu Sans"/>
                <a:cs typeface="DejaVu Sans"/>
              </a:rPr>
              <a:t>Тексеру: күн, уақыт, өтініш мағынасы және тілдік сыпайылық бірдей ме?</a:t>
            </a:r>
          </a:p>
        </p:txBody>
      </p:sp>
    </p:spTree>
    <p:extLst>
      <p:ext uri="{BB962C8B-B14F-4D97-AF65-F5344CB8AC3E}">
        <p14:creationId xmlns:p14="http://schemas.microsoft.com/office/powerpoint/2010/main" val="80144562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7F7F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Прямоугольник 14">
            <a:extLst xmlns:a="http://schemas.openxmlformats.org/drawingml/2006/main">
              <a:ext uri="{FF2B5EF4-FFF2-40B4-BE49-F238E27FC236}">
                <a16:creationId xmlns:a16="http://schemas.microsoft.com/office/drawing/2014/main" id="{B117D4DA-E39F-4D71-8B53-39FF54C7B3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28600"/>
            <a:ext cx="3810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9808" lnSpcReduction="1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59616E"/>
                </a:solidFill>
                <a:latin typeface="DejaVu Sans"/>
                <a:ea typeface="DejaVu Sans"/>
                <a:cs typeface="DejaVu Sans"/>
              </a:defRPr>
            </a:pPr>
            <a:r>
              <a:rPr sz="975" b="1">
                <a:solidFill>
                  <a:srgbClr val="59616E"/>
                </a:solidFill>
                <a:latin typeface="DejaVu Sans"/>
                <a:ea typeface="DejaVu Sans"/>
                <a:cs typeface="DejaVu Sans"/>
              </a:rPr>
              <a:t>AI / КҮНДЕ</a:t>
            </a:r>
          </a:p>
        </p:txBody>
      </p:sp>
      <p:sp>
        <p:nvSpPr>
          <p:cNvPr id="2" name="Прямоугольник 1">
            <a:extLst xmlns:a="http://schemas.openxmlformats.org/drawingml/2006/main">
              <a:ext uri="{FF2B5EF4-FFF2-40B4-BE49-F238E27FC236}">
                <a16:creationId xmlns:a16="http://schemas.microsoft.com/office/drawing/2014/main" id="{28526F6E-C854-4EF3-A9D5-61F4281B5B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552450"/>
            <a:ext cx="107632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E1420"/>
                </a:solidFill>
                <a:latin typeface="DejaVu Sans"/>
                <a:ea typeface="DejaVu Sans"/>
                <a:cs typeface="DejaVu Sans"/>
              </a:defRPr>
            </a:pPr>
            <a:r>
              <a:rPr sz="2550" b="1">
                <a:solidFill>
                  <a:srgbClr val="0E1420"/>
                </a:solidFill>
                <a:latin typeface="DejaVu Sans"/>
                <a:ea typeface="DejaVu Sans"/>
                <a:cs typeface="DejaVu Sans"/>
              </a:rPr>
              <a:t>Жауап сәйкес келмесе</a:t>
            </a:r>
          </a:p>
        </p:txBody>
      </p:sp>
      <p:sp>
        <p:nvSpPr>
          <p:cNvPr id="3" name="Прямоугольник 2">
            <a:extLst xmlns:a="http://schemas.openxmlformats.org/drawingml/2006/main">
              <a:ext uri="{FF2B5EF4-FFF2-40B4-BE49-F238E27FC236}">
                <a16:creationId xmlns:a16="http://schemas.microsoft.com/office/drawing/2014/main" id="{A1245AAA-EE0E-446D-AA98-937A27EB82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1524000"/>
            <a:ext cx="2667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9750"/>
          </a:bodyPr>
          <a:lstStyle xmlns:a="http://schemas.openxmlformats.org/drawingml/2006/main"/>
          <a:p xmlns:a="http://schemas.openxmlformats.org/drawingml/2006/main">
            <a:pPr algn="l">
              <a:buNone/>
              <a:defRPr sz="1875" b="1">
                <a:solidFill>
                  <a:srgbClr val="8FCF25"/>
                </a:solidFill>
                <a:latin typeface="DejaVu Sans"/>
                <a:ea typeface="DejaVu Sans"/>
                <a:cs typeface="DejaVu Sans"/>
              </a:defRPr>
            </a:pPr>
            <a:r>
              <a:rPr sz="1875" b="1">
                <a:solidFill>
                  <a:srgbClr val="8FCF25"/>
                </a:solidFill>
                <a:latin typeface="DejaVu Sans"/>
                <a:ea typeface="DejaVu Sans"/>
                <a:cs typeface="DejaVu Sans"/>
              </a:rPr>
              <a:t>•</a:t>
            </a:r>
          </a:p>
        </p:txBody>
      </p:sp>
      <p:sp>
        <p:nvSpPr>
          <p:cNvPr id="4" name="Прямоугольник 3">
            <a:extLst xmlns:a="http://schemas.openxmlformats.org/drawingml/2006/main">
              <a:ext uri="{FF2B5EF4-FFF2-40B4-BE49-F238E27FC236}">
                <a16:creationId xmlns:a16="http://schemas.microsoft.com/office/drawing/2014/main" id="{BEE9B5D0-CD5A-4E95-B048-16B58B352F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1524000"/>
            <a:ext cx="99250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875" b="0">
                <a:solidFill>
                  <a:srgbClr val="0E1420"/>
                </a:solidFill>
                <a:latin typeface="DejaVu Sans"/>
                <a:ea typeface="DejaVu Sans"/>
                <a:cs typeface="DejaVu Sans"/>
              </a:defRPr>
            </a:pPr>
            <a:r>
              <a:rPr sz="1875" b="0">
                <a:solidFill>
                  <a:srgbClr val="0E1420"/>
                </a:solidFill>
                <a:latin typeface="DejaVu Sans"/>
                <a:ea typeface="DejaVu Sans"/>
                <a:cs typeface="DejaVu Sans"/>
              </a:rPr>
              <a:t>«Маған хабарлама мәтіні ғана керек»</a:t>
            </a:r>
          </a:p>
        </p:txBody>
      </p:sp>
      <p:sp>
        <p:nvSpPr>
          <p:cNvPr id="5" name="Прямоугольник 4">
            <a:extLst xmlns:a="http://schemas.openxmlformats.org/drawingml/2006/main">
              <a:ext uri="{FF2B5EF4-FFF2-40B4-BE49-F238E27FC236}">
                <a16:creationId xmlns:a16="http://schemas.microsoft.com/office/drawing/2014/main" id="{0FED2C29-1885-4E61-A712-A6D8D6C298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247900"/>
            <a:ext cx="2667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9750"/>
          </a:bodyPr>
          <a:lstStyle xmlns:a="http://schemas.openxmlformats.org/drawingml/2006/main"/>
          <a:p xmlns:a="http://schemas.openxmlformats.org/drawingml/2006/main">
            <a:pPr algn="l">
              <a:buNone/>
              <a:defRPr sz="1875" b="1">
                <a:solidFill>
                  <a:srgbClr val="8FCF25"/>
                </a:solidFill>
                <a:latin typeface="DejaVu Sans"/>
                <a:ea typeface="DejaVu Sans"/>
                <a:cs typeface="DejaVu Sans"/>
              </a:defRPr>
            </a:pPr>
            <a:r>
              <a:rPr sz="1875" b="1">
                <a:solidFill>
                  <a:srgbClr val="8FCF25"/>
                </a:solidFill>
                <a:latin typeface="DejaVu Sans"/>
                <a:ea typeface="DejaVu Sans"/>
                <a:cs typeface="DejaVu Sans"/>
              </a:rPr>
              <a:t>•</a:t>
            </a:r>
          </a:p>
        </p:txBody>
      </p:sp>
      <p:sp>
        <p:nvSpPr>
          <p:cNvPr id="6" name="Прямоугольник 5">
            <a:extLst xmlns:a="http://schemas.openxmlformats.org/drawingml/2006/main">
              <a:ext uri="{FF2B5EF4-FFF2-40B4-BE49-F238E27FC236}">
                <a16:creationId xmlns:a16="http://schemas.microsoft.com/office/drawing/2014/main" id="{CACDB5FF-9494-449D-BBD7-111D79E3F0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2247900"/>
            <a:ext cx="99250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875" b="0">
                <a:solidFill>
                  <a:srgbClr val="0E1420"/>
                </a:solidFill>
                <a:latin typeface="DejaVu Sans"/>
                <a:ea typeface="DejaVu Sans"/>
                <a:cs typeface="DejaVu Sans"/>
              </a:defRPr>
            </a:pPr>
            <a:r>
              <a:rPr sz="1875" b="0">
                <a:solidFill>
                  <a:srgbClr val="0E1420"/>
                </a:solidFill>
                <a:latin typeface="DejaVu Sans"/>
                <a:ea typeface="DejaVu Sans"/>
                <a:cs typeface="DejaVu Sans"/>
              </a:rPr>
              <a:t>«Қысқа әрі қарапайым етіп қайта жаз»</a:t>
            </a:r>
          </a:p>
        </p:txBody>
      </p:sp>
      <p:sp>
        <p:nvSpPr>
          <p:cNvPr id="7" name="Прямоугольник 6">
            <a:extLst xmlns:a="http://schemas.openxmlformats.org/drawingml/2006/main">
              <a:ext uri="{FF2B5EF4-FFF2-40B4-BE49-F238E27FC236}">
                <a16:creationId xmlns:a16="http://schemas.microsoft.com/office/drawing/2014/main" id="{C555B43F-570A-44D2-85B4-96BFB59D0A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971800"/>
            <a:ext cx="2667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9750"/>
          </a:bodyPr>
          <a:lstStyle xmlns:a="http://schemas.openxmlformats.org/drawingml/2006/main"/>
          <a:p xmlns:a="http://schemas.openxmlformats.org/drawingml/2006/main">
            <a:pPr algn="l">
              <a:buNone/>
              <a:defRPr sz="1875" b="1">
                <a:solidFill>
                  <a:srgbClr val="8FCF25"/>
                </a:solidFill>
                <a:latin typeface="DejaVu Sans"/>
                <a:ea typeface="DejaVu Sans"/>
                <a:cs typeface="DejaVu Sans"/>
              </a:defRPr>
            </a:pPr>
            <a:r>
              <a:rPr sz="1875" b="1">
                <a:solidFill>
                  <a:srgbClr val="8FCF25"/>
                </a:solidFill>
                <a:latin typeface="DejaVu Sans"/>
                <a:ea typeface="DejaVu Sans"/>
                <a:cs typeface="DejaVu Sans"/>
              </a:rPr>
              <a:t>•</a:t>
            </a:r>
          </a:p>
        </p:txBody>
      </p:sp>
      <p:sp>
        <p:nvSpPr>
          <p:cNvPr id="8" name="Прямоугольник 7">
            <a:extLst xmlns:a="http://schemas.openxmlformats.org/drawingml/2006/main">
              <a:ext uri="{FF2B5EF4-FFF2-40B4-BE49-F238E27FC236}">
                <a16:creationId xmlns:a16="http://schemas.microsoft.com/office/drawing/2014/main" id="{34A0F9EB-4BBD-4EF1-9812-21BF92322A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2971800"/>
            <a:ext cx="99250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875" b="0">
                <a:solidFill>
                  <a:srgbClr val="0E1420"/>
                </a:solidFill>
                <a:latin typeface="DejaVu Sans"/>
                <a:ea typeface="DejaVu Sans"/>
                <a:cs typeface="DejaVu Sans"/>
              </a:defRPr>
            </a:pPr>
            <a:r>
              <a:rPr sz="1875" b="0">
                <a:solidFill>
                  <a:srgbClr val="0E1420"/>
                </a:solidFill>
                <a:latin typeface="DejaVu Sans"/>
                <a:ea typeface="DejaVu Sans"/>
                <a:cs typeface="DejaVu Sans"/>
              </a:rPr>
              <a:t>«Екі нұсқа бер: ресми және бейресми»</a:t>
            </a:r>
          </a:p>
        </p:txBody>
      </p:sp>
      <p:sp>
        <p:nvSpPr>
          <p:cNvPr id="9" name="Прямоугольник 8">
            <a:extLst xmlns:a="http://schemas.openxmlformats.org/drawingml/2006/main">
              <a:ext uri="{FF2B5EF4-FFF2-40B4-BE49-F238E27FC236}">
                <a16:creationId xmlns:a16="http://schemas.microsoft.com/office/drawing/2014/main" id="{790BACE4-96AC-431C-B8E3-2709569878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695700"/>
            <a:ext cx="2667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9750"/>
          </a:bodyPr>
          <a:lstStyle xmlns:a="http://schemas.openxmlformats.org/drawingml/2006/main"/>
          <a:p xmlns:a="http://schemas.openxmlformats.org/drawingml/2006/main">
            <a:pPr algn="l">
              <a:buNone/>
              <a:defRPr sz="1875" b="1">
                <a:solidFill>
                  <a:srgbClr val="8FCF25"/>
                </a:solidFill>
                <a:latin typeface="DejaVu Sans"/>
                <a:ea typeface="DejaVu Sans"/>
                <a:cs typeface="DejaVu Sans"/>
              </a:defRPr>
            </a:pPr>
            <a:r>
              <a:rPr sz="1875" b="1">
                <a:solidFill>
                  <a:srgbClr val="8FCF25"/>
                </a:solidFill>
                <a:latin typeface="DejaVu Sans"/>
                <a:ea typeface="DejaVu Sans"/>
                <a:cs typeface="DejaVu Sans"/>
              </a:rPr>
              <a:t>•</a:t>
            </a:r>
          </a:p>
        </p:txBody>
      </p:sp>
      <p:sp>
        <p:nvSpPr>
          <p:cNvPr id="10" name="Прямоугольник 9">
            <a:extLst xmlns:a="http://schemas.openxmlformats.org/drawingml/2006/main">
              <a:ext uri="{FF2B5EF4-FFF2-40B4-BE49-F238E27FC236}">
                <a16:creationId xmlns:a16="http://schemas.microsoft.com/office/drawing/2014/main" id="{CAC3DC10-2311-4755-B272-709CEF0911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3695700"/>
            <a:ext cx="99250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875" b="0">
                <a:solidFill>
                  <a:srgbClr val="0E1420"/>
                </a:solidFill>
                <a:latin typeface="DejaVu Sans"/>
                <a:ea typeface="DejaVu Sans"/>
                <a:cs typeface="DejaVu Sans"/>
              </a:defRPr>
            </a:pPr>
            <a:r>
              <a:rPr sz="1875" b="0">
                <a:solidFill>
                  <a:srgbClr val="0E1420"/>
                </a:solidFill>
                <a:latin typeface="DejaVu Sans"/>
                <a:ea typeface="DejaVu Sans"/>
                <a:cs typeface="DejaVu Sans"/>
              </a:rPr>
              <a:t>«Мәтінде жоқ ақпаратты алып таста»</a:t>
            </a:r>
          </a:p>
        </p:txBody>
      </p:sp>
      <p:sp>
        <p:nvSpPr>
          <p:cNvPr id="11" name="Прямоугольник 10">
            <a:extLst xmlns:a="http://schemas.openxmlformats.org/drawingml/2006/main">
              <a:ext uri="{FF2B5EF4-FFF2-40B4-BE49-F238E27FC236}">
                <a16:creationId xmlns:a16="http://schemas.microsoft.com/office/drawing/2014/main" id="{810B440E-03F0-46C9-BA27-CFD5C5AD74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419600"/>
            <a:ext cx="2667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9750"/>
          </a:bodyPr>
          <a:lstStyle xmlns:a="http://schemas.openxmlformats.org/drawingml/2006/main"/>
          <a:p xmlns:a="http://schemas.openxmlformats.org/drawingml/2006/main">
            <a:pPr algn="l">
              <a:buNone/>
              <a:defRPr sz="1875" b="1">
                <a:solidFill>
                  <a:srgbClr val="8FCF25"/>
                </a:solidFill>
                <a:latin typeface="DejaVu Sans"/>
                <a:ea typeface="DejaVu Sans"/>
                <a:cs typeface="DejaVu Sans"/>
              </a:defRPr>
            </a:pPr>
            <a:r>
              <a:rPr sz="1875" b="1">
                <a:solidFill>
                  <a:srgbClr val="8FCF25"/>
                </a:solidFill>
                <a:latin typeface="DejaVu Sans"/>
                <a:ea typeface="DejaVu Sans"/>
                <a:cs typeface="DejaVu Sans"/>
              </a:rPr>
              <a:t>•</a:t>
            </a:r>
          </a:p>
        </p:txBody>
      </p:sp>
      <p:sp>
        <p:nvSpPr>
          <p:cNvPr id="12" name="Прямоугольник 11">
            <a:extLst xmlns:a="http://schemas.openxmlformats.org/drawingml/2006/main">
              <a:ext uri="{FF2B5EF4-FFF2-40B4-BE49-F238E27FC236}">
                <a16:creationId xmlns:a16="http://schemas.microsoft.com/office/drawing/2014/main" id="{967904C9-DFB9-48A2-A713-DF95F31FAA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4419600"/>
            <a:ext cx="99250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875" b="0">
                <a:solidFill>
                  <a:srgbClr val="0E1420"/>
                </a:solidFill>
                <a:latin typeface="DejaVu Sans"/>
                <a:ea typeface="DejaVu Sans"/>
                <a:cs typeface="DejaVu Sans"/>
              </a:defRPr>
            </a:pPr>
            <a:r>
              <a:rPr sz="1875" b="0">
                <a:solidFill>
                  <a:srgbClr val="0E1420"/>
                </a:solidFill>
                <a:latin typeface="DejaVu Sans"/>
                <a:ea typeface="DejaVu Sans"/>
                <a:cs typeface="DejaVu Sans"/>
              </a:rPr>
              <a:t>Тақырып ауысса, жаңа чат бастаңыз</a:t>
            </a:r>
          </a:p>
        </p:txBody>
      </p:sp>
      <p:sp>
        <p:nvSpPr>
          <p:cNvPr id="13" name="Прямоугольник 12">
            <a:extLst xmlns:a="http://schemas.openxmlformats.org/drawingml/2006/main">
              <a:ext uri="{FF2B5EF4-FFF2-40B4-BE49-F238E27FC236}">
                <a16:creationId xmlns:a16="http://schemas.microsoft.com/office/drawing/2014/main" id="{2E03B09E-7F03-4F29-A668-179C785080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5572125"/>
            <a:ext cx="107632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575" b="1">
                <a:solidFill>
                  <a:srgbClr val="8FCF25"/>
                </a:solidFill>
                <a:latin typeface="DejaVu Sans"/>
                <a:ea typeface="DejaVu Sans"/>
                <a:cs typeface="DejaVu Sans"/>
              </a:defRPr>
            </a:pPr>
            <a:r>
              <a:rPr sz="1575" b="1">
                <a:solidFill>
                  <a:srgbClr val="8FCF25"/>
                </a:solidFill>
                <a:latin typeface="DejaVu Sans"/>
                <a:ea typeface="DejaVu Sans"/>
                <a:cs typeface="DejaVu Sans"/>
              </a:rPr>
              <a:t>Жақсы нәтиже көбіне бір сұраудан емес, нақтылаудан кейін шығады.</a:t>
            </a:r>
          </a:p>
        </p:txBody>
      </p:sp>
      <p:sp>
        <p:nvSpPr>
          <p:cNvPr id="14" name="Прямоугольник 13">
            <a:extLst xmlns:a="http://schemas.openxmlformats.org/drawingml/2006/main">
              <a:ext uri="{FF2B5EF4-FFF2-40B4-BE49-F238E27FC236}">
                <a16:creationId xmlns:a16="http://schemas.microsoft.com/office/drawing/2014/main" id="{EA3AC1FD-173D-4A6C-B25B-B619DF0E23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9850"/>
            <a:ext cx="476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5679" lnSpcReduction="1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900" b="0">
                <a:solidFill>
                  <a:srgbClr val="59616E"/>
                </a:solidFill>
                <a:latin typeface="DejaVu Sans"/>
                <a:ea typeface="DejaVu Sans"/>
                <a:cs typeface="DejaVu Sans"/>
              </a:defRPr>
            </a:pPr>
            <a:r>
              <a:rPr sz="900" b="0">
                <a:solidFill>
                  <a:srgbClr val="59616E"/>
                </a:solidFill>
                <a:latin typeface="DejaVu Sans"/>
                <a:ea typeface="DejaVu Sans"/>
                <a:cs typeface="DejaVu Sans"/>
              </a:rPr>
              <a:t>13</a:t>
            </a:r>
          </a:p>
        </p:txBody>
      </p:sp>
    </p:spTree>
    <p:extLst>
      <p:ext uri="{BB962C8B-B14F-4D97-AF65-F5344CB8AC3E}">
        <p14:creationId xmlns:p14="http://schemas.microsoft.com/office/powerpoint/2010/main" val="1408685284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0E142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0" name="Прямоугольник 19">
            <a:extLst xmlns:a="http://schemas.openxmlformats.org/drawingml/2006/main">
              <a:ext uri="{FF2B5EF4-FFF2-40B4-BE49-F238E27FC236}">
                <a16:creationId xmlns:a16="http://schemas.microsoft.com/office/drawing/2014/main" id="{FBAEE076-B5D3-4A0F-B1AD-5ADD7EF48E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28600"/>
            <a:ext cx="3810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9808" lnSpcReduction="1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B8F238"/>
                </a:solidFill>
                <a:latin typeface="DejaVu Sans"/>
                <a:ea typeface="DejaVu Sans"/>
                <a:cs typeface="DejaVu Sans"/>
              </a:defRPr>
            </a:pPr>
            <a:r>
              <a:rPr sz="975" b="1">
                <a:solidFill>
                  <a:srgbClr val="B8F238"/>
                </a:solidFill>
                <a:latin typeface="DejaVu Sans"/>
                <a:ea typeface="DejaVu Sans"/>
                <a:cs typeface="DejaVu Sans"/>
              </a:rPr>
              <a:t>ЖИ ҚҰРАЛДАРЫ</a:t>
            </a:r>
          </a:p>
        </p:txBody>
      </p:sp>
      <p:sp>
        <p:nvSpPr>
          <p:cNvPr id="2" name="Прямоугольник 1">
            <a:extLst xmlns:a="http://schemas.openxmlformats.org/drawingml/2006/main">
              <a:ext uri="{FF2B5EF4-FFF2-40B4-BE49-F238E27FC236}">
                <a16:creationId xmlns:a16="http://schemas.microsoft.com/office/drawing/2014/main" id="{62EB6B37-CF66-4E39-BD21-F01EB8C837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552450"/>
            <a:ext cx="107632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FFFFFF"/>
                </a:solidFill>
                <a:latin typeface="DejaVu Sans"/>
                <a:ea typeface="DejaVu Sans"/>
                <a:cs typeface="DejaVu Sans"/>
              </a:defRPr>
            </a:pPr>
            <a:r>
              <a:rPr sz="2550" b="1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ЖИ сервистерін үйрену реті</a:t>
            </a:r>
          </a:p>
        </p:txBody>
      </p:sp>
      <p:sp>
        <p:nvSpPr>
          <p:cNvPr id="3" name="Скругленный прямоугольник 2">
            <a:extLst xmlns:a="http://schemas.openxmlformats.org/drawingml/2006/main">
              <a:ext uri="{FF2B5EF4-FFF2-40B4-BE49-F238E27FC236}">
                <a16:creationId xmlns:a16="http://schemas.microsoft.com/office/drawing/2014/main" id="{92003FDC-6551-469D-86D2-883517A880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381250"/>
            <a:ext cx="1809750" cy="1143000"/>
          </a:xfrm>
          <a:prstGeom xmlns:a="http://schemas.openxmlformats.org/drawingml/2006/main" prst="roundRect">
            <a:avLst>
              <a:gd name="adj" fmla="val 15000"/>
            </a:avLst>
          </a:prstGeom>
          <a:solidFill xmlns:a="http://schemas.openxmlformats.org/drawingml/2006/main">
            <a:srgbClr val="B8F238"/>
          </a:solidFill>
          <a:ln xmlns:a="http://schemas.openxmlformats.org/drawingml/2006/main" w="9525">
            <a:solidFill>
              <a:srgbClr val="1B223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Прямоугольник 3">
            <a:extLst xmlns:a="http://schemas.openxmlformats.org/drawingml/2006/main">
              <a:ext uri="{FF2B5EF4-FFF2-40B4-BE49-F238E27FC236}">
                <a16:creationId xmlns:a16="http://schemas.microsoft.com/office/drawing/2014/main" id="{C9434EE8-B890-403E-B000-F515F010C0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524125"/>
            <a:ext cx="3619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5833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0E1420"/>
                </a:solidFill>
                <a:latin typeface="DejaVu Sans"/>
                <a:ea typeface="DejaVu Sans"/>
                <a:cs typeface="DejaVu Sans"/>
              </a:defRPr>
            </a:pPr>
            <a:r>
              <a:rPr sz="1200" b="1">
                <a:solidFill>
                  <a:srgbClr val="0E1420"/>
                </a:solidFill>
                <a:latin typeface="DejaVu Sans"/>
                <a:ea typeface="DejaVu Sans"/>
                <a:cs typeface="DejaVu Sans"/>
              </a:rPr>
              <a:t>1</a:t>
            </a:r>
          </a:p>
        </p:txBody>
      </p:sp>
      <p:sp>
        <p:nvSpPr>
          <p:cNvPr id="5" name="Прямоугольник 4">
            <a:extLst xmlns:a="http://schemas.openxmlformats.org/drawingml/2006/main">
              <a:ext uri="{FF2B5EF4-FFF2-40B4-BE49-F238E27FC236}">
                <a16:creationId xmlns:a16="http://schemas.microsoft.com/office/drawing/2014/main" id="{E260431C-A73D-4379-B3FD-6ACD3FEA97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2905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650" b="1">
                <a:solidFill>
                  <a:srgbClr val="0E1420"/>
                </a:solidFill>
                <a:latin typeface="DejaVu Sans"/>
                <a:ea typeface="DejaVu Sans"/>
                <a:cs typeface="DejaVu Sans"/>
              </a:defRPr>
            </a:pPr>
            <a:r>
              <a:rPr sz="1650" b="1">
                <a:solidFill>
                  <a:srgbClr val="0E1420"/>
                </a:solidFill>
                <a:latin typeface="DejaVu Sans"/>
                <a:ea typeface="DejaVu Sans"/>
                <a:cs typeface="DejaVu Sans"/>
              </a:rPr>
              <a:t>ChatGPT</a:t>
            </a:r>
          </a:p>
        </p:txBody>
      </p:sp>
      <p:sp>
        <p:nvSpPr>
          <p:cNvPr id="6" name="Скругленный прямоугольник 5">
            <a:extLst xmlns:a="http://schemas.openxmlformats.org/drawingml/2006/main">
              <a:ext uri="{FF2B5EF4-FFF2-40B4-BE49-F238E27FC236}">
                <a16:creationId xmlns:a16="http://schemas.microsoft.com/office/drawing/2014/main" id="{DFC64620-3E1D-41C3-8E3C-0BF593F54E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95600" y="2381250"/>
            <a:ext cx="1809750" cy="1143000"/>
          </a:xfrm>
          <a:prstGeom xmlns:a="http://schemas.openxmlformats.org/drawingml/2006/main" prst="roundRect">
            <a:avLst>
              <a:gd name="adj" fmla="val 15000"/>
            </a:avLst>
          </a:prstGeom>
          <a:solidFill xmlns:a="http://schemas.openxmlformats.org/drawingml/2006/main">
            <a:srgbClr val="1B2230"/>
          </a:solidFill>
          <a:ln xmlns:a="http://schemas.openxmlformats.org/drawingml/2006/main" w="9525">
            <a:solidFill>
              <a:srgbClr val="1B223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Прямоугольник 6">
            <a:extLst xmlns:a="http://schemas.openxmlformats.org/drawingml/2006/main">
              <a:ext uri="{FF2B5EF4-FFF2-40B4-BE49-F238E27FC236}">
                <a16:creationId xmlns:a16="http://schemas.microsoft.com/office/drawing/2014/main" id="{BB7A9B3D-205C-43AE-A5A0-D1CB0840DD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67050" y="2524125"/>
            <a:ext cx="3619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5833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B8F238"/>
                </a:solidFill>
                <a:latin typeface="DejaVu Sans"/>
                <a:ea typeface="DejaVu Sans"/>
                <a:cs typeface="DejaVu Sans"/>
              </a:defRPr>
            </a:pPr>
            <a:r>
              <a:rPr sz="1200" b="1">
                <a:solidFill>
                  <a:srgbClr val="B8F238"/>
                </a:solidFill>
                <a:latin typeface="DejaVu Sans"/>
                <a:ea typeface="DejaVu Sans"/>
                <a:cs typeface="DejaVu Sans"/>
              </a:rPr>
              <a:t>2</a:t>
            </a:r>
          </a:p>
        </p:txBody>
      </p:sp>
      <p:sp>
        <p:nvSpPr>
          <p:cNvPr id="8" name="Прямоугольник 7">
            <a:extLst xmlns:a="http://schemas.openxmlformats.org/drawingml/2006/main">
              <a:ext uri="{FF2B5EF4-FFF2-40B4-BE49-F238E27FC236}">
                <a16:creationId xmlns:a16="http://schemas.microsoft.com/office/drawing/2014/main" id="{9847673A-4254-4A5F-A9CC-FFF2912FF1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86100" y="2905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650" b="1">
                <a:solidFill>
                  <a:srgbClr val="FFFFFF"/>
                </a:solidFill>
                <a:latin typeface="DejaVu Sans"/>
                <a:ea typeface="DejaVu Sans"/>
                <a:cs typeface="DejaVu Sans"/>
              </a:defRPr>
            </a:pPr>
            <a:r>
              <a:rPr sz="1650" b="1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Gemini</a:t>
            </a:r>
          </a:p>
        </p:txBody>
      </p:sp>
      <p:sp>
        <p:nvSpPr>
          <p:cNvPr id="9" name="Скругленный прямоугольник 8">
            <a:extLst xmlns:a="http://schemas.openxmlformats.org/drawingml/2006/main">
              <a:ext uri="{FF2B5EF4-FFF2-40B4-BE49-F238E27FC236}">
                <a16:creationId xmlns:a16="http://schemas.microsoft.com/office/drawing/2014/main" id="{ED08D9E9-6F13-417E-826B-F327A03124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86350" y="2381250"/>
            <a:ext cx="1809750" cy="1143000"/>
          </a:xfrm>
          <a:prstGeom xmlns:a="http://schemas.openxmlformats.org/drawingml/2006/main" prst="roundRect">
            <a:avLst>
              <a:gd name="adj" fmla="val 15000"/>
            </a:avLst>
          </a:prstGeom>
          <a:solidFill xmlns:a="http://schemas.openxmlformats.org/drawingml/2006/main">
            <a:srgbClr val="1B2230"/>
          </a:solidFill>
          <a:ln xmlns:a="http://schemas.openxmlformats.org/drawingml/2006/main" w="9525">
            <a:solidFill>
              <a:srgbClr val="1B223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0" name="Прямоугольник 9">
            <a:extLst xmlns:a="http://schemas.openxmlformats.org/drawingml/2006/main">
              <a:ext uri="{FF2B5EF4-FFF2-40B4-BE49-F238E27FC236}">
                <a16:creationId xmlns:a16="http://schemas.microsoft.com/office/drawing/2014/main" id="{CE116ED0-776E-4553-BE5D-4F7A07EAD8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57800" y="2524125"/>
            <a:ext cx="3619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5833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B8F238"/>
                </a:solidFill>
                <a:latin typeface="DejaVu Sans"/>
                <a:ea typeface="DejaVu Sans"/>
                <a:cs typeface="DejaVu Sans"/>
              </a:defRPr>
            </a:pPr>
            <a:r>
              <a:rPr sz="1200" b="1">
                <a:solidFill>
                  <a:srgbClr val="B8F238"/>
                </a:solidFill>
                <a:latin typeface="DejaVu Sans"/>
                <a:ea typeface="DejaVu Sans"/>
                <a:cs typeface="DejaVu Sans"/>
              </a:rPr>
              <a:t>3</a:t>
            </a:r>
          </a:p>
        </p:txBody>
      </p:sp>
      <p:sp>
        <p:nvSpPr>
          <p:cNvPr id="11" name="Прямоугольник 10">
            <a:extLst xmlns:a="http://schemas.openxmlformats.org/drawingml/2006/main">
              <a:ext uri="{FF2B5EF4-FFF2-40B4-BE49-F238E27FC236}">
                <a16:creationId xmlns:a16="http://schemas.microsoft.com/office/drawing/2014/main" id="{78A918CB-4E40-44A0-A5E1-8CB913E094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76850" y="2905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650" b="1">
                <a:solidFill>
                  <a:srgbClr val="FFFFFF"/>
                </a:solidFill>
                <a:latin typeface="DejaVu Sans"/>
                <a:ea typeface="DejaVu Sans"/>
                <a:cs typeface="DejaVu Sans"/>
              </a:defRPr>
            </a:pPr>
            <a:r>
              <a:rPr sz="1650" b="1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Perplexity</a:t>
            </a:r>
          </a:p>
        </p:txBody>
      </p:sp>
      <p:sp>
        <p:nvSpPr>
          <p:cNvPr id="12" name="Скругленный прямоугольник 11">
            <a:extLst xmlns:a="http://schemas.openxmlformats.org/drawingml/2006/main">
              <a:ext uri="{FF2B5EF4-FFF2-40B4-BE49-F238E27FC236}">
                <a16:creationId xmlns:a16="http://schemas.microsoft.com/office/drawing/2014/main" id="{506D373E-AE48-43A1-94EF-94AA286F45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77100" y="2381250"/>
            <a:ext cx="1809750" cy="1143000"/>
          </a:xfrm>
          <a:prstGeom xmlns:a="http://schemas.openxmlformats.org/drawingml/2006/main" prst="roundRect">
            <a:avLst>
              <a:gd name="adj" fmla="val 15000"/>
            </a:avLst>
          </a:prstGeom>
          <a:solidFill xmlns:a="http://schemas.openxmlformats.org/drawingml/2006/main">
            <a:srgbClr val="1B2230"/>
          </a:solidFill>
          <a:ln xmlns:a="http://schemas.openxmlformats.org/drawingml/2006/main" w="9525">
            <a:solidFill>
              <a:srgbClr val="1B223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3" name="Прямоугольник 12">
            <a:extLst xmlns:a="http://schemas.openxmlformats.org/drawingml/2006/main">
              <a:ext uri="{FF2B5EF4-FFF2-40B4-BE49-F238E27FC236}">
                <a16:creationId xmlns:a16="http://schemas.microsoft.com/office/drawing/2014/main" id="{0D901FD3-AB79-4571-BC7D-ACE1D1295E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48550" y="2524125"/>
            <a:ext cx="3619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5833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B8F238"/>
                </a:solidFill>
                <a:latin typeface="DejaVu Sans"/>
                <a:ea typeface="DejaVu Sans"/>
                <a:cs typeface="DejaVu Sans"/>
              </a:defRPr>
            </a:pPr>
            <a:r>
              <a:rPr sz="1200" b="1">
                <a:solidFill>
                  <a:srgbClr val="B8F238"/>
                </a:solidFill>
                <a:latin typeface="DejaVu Sans"/>
                <a:ea typeface="DejaVu Sans"/>
                <a:cs typeface="DejaVu Sans"/>
              </a:rPr>
              <a:t>4</a:t>
            </a:r>
          </a:p>
        </p:txBody>
      </p:sp>
      <p:sp>
        <p:nvSpPr>
          <p:cNvPr id="14" name="Прямоугольник 13">
            <a:extLst xmlns:a="http://schemas.openxmlformats.org/drawingml/2006/main">
              <a:ext uri="{FF2B5EF4-FFF2-40B4-BE49-F238E27FC236}">
                <a16:creationId xmlns:a16="http://schemas.microsoft.com/office/drawing/2014/main" id="{E790C890-B540-4C0D-8D0D-700F2FE36E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67600" y="2905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650" b="1">
                <a:solidFill>
                  <a:srgbClr val="FFFFFF"/>
                </a:solidFill>
                <a:latin typeface="DejaVu Sans"/>
                <a:ea typeface="DejaVu Sans"/>
                <a:cs typeface="DejaVu Sans"/>
              </a:defRPr>
            </a:pPr>
            <a:r>
              <a:rPr sz="1650" b="1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Grok</a:t>
            </a:r>
          </a:p>
        </p:txBody>
      </p:sp>
      <p:sp>
        <p:nvSpPr>
          <p:cNvPr id="15" name="Скругленный прямоугольник 14">
            <a:extLst xmlns:a="http://schemas.openxmlformats.org/drawingml/2006/main">
              <a:ext uri="{FF2B5EF4-FFF2-40B4-BE49-F238E27FC236}">
                <a16:creationId xmlns:a16="http://schemas.microsoft.com/office/drawing/2014/main" id="{F114BCA9-33E3-4EE0-B9AA-137C49B768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67850" y="2381250"/>
            <a:ext cx="1809750" cy="1143000"/>
          </a:xfrm>
          <a:prstGeom xmlns:a="http://schemas.openxmlformats.org/drawingml/2006/main" prst="roundRect">
            <a:avLst>
              <a:gd name="adj" fmla="val 15000"/>
            </a:avLst>
          </a:prstGeom>
          <a:solidFill xmlns:a="http://schemas.openxmlformats.org/drawingml/2006/main">
            <a:srgbClr val="1B2230"/>
          </a:solidFill>
          <a:ln xmlns:a="http://schemas.openxmlformats.org/drawingml/2006/main" w="9525">
            <a:solidFill>
              <a:srgbClr val="1B223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6" name="Прямоугольник 15">
            <a:extLst xmlns:a="http://schemas.openxmlformats.org/drawingml/2006/main">
              <a:ext uri="{FF2B5EF4-FFF2-40B4-BE49-F238E27FC236}">
                <a16:creationId xmlns:a16="http://schemas.microsoft.com/office/drawing/2014/main" id="{3B32E8FD-44BC-409F-A778-C294EC5D26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39300" y="2524125"/>
            <a:ext cx="3619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5833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B8F238"/>
                </a:solidFill>
                <a:latin typeface="DejaVu Sans"/>
                <a:ea typeface="DejaVu Sans"/>
                <a:cs typeface="DejaVu Sans"/>
              </a:defRPr>
            </a:pPr>
            <a:r>
              <a:rPr sz="1200" b="1">
                <a:solidFill>
                  <a:srgbClr val="B8F238"/>
                </a:solidFill>
                <a:latin typeface="DejaVu Sans"/>
                <a:ea typeface="DejaVu Sans"/>
                <a:cs typeface="DejaVu Sans"/>
              </a:rPr>
              <a:t>5</a:t>
            </a:r>
          </a:p>
        </p:txBody>
      </p:sp>
      <p:sp>
        <p:nvSpPr>
          <p:cNvPr id="17" name="Прямоугольник 16">
            <a:extLst xmlns:a="http://schemas.openxmlformats.org/drawingml/2006/main">
              <a:ext uri="{FF2B5EF4-FFF2-40B4-BE49-F238E27FC236}">
                <a16:creationId xmlns:a16="http://schemas.microsoft.com/office/drawing/2014/main" id="{53C9D436-0484-4481-B8A7-D51BBF0821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58350" y="2905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650" b="1">
                <a:solidFill>
                  <a:srgbClr val="FFFFFF"/>
                </a:solidFill>
                <a:latin typeface="DejaVu Sans"/>
                <a:ea typeface="DejaVu Sans"/>
                <a:cs typeface="DejaVu Sans"/>
              </a:defRPr>
            </a:pPr>
            <a:r>
              <a:rPr sz="1650" b="1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Gamma</a:t>
            </a:r>
          </a:p>
        </p:txBody>
      </p:sp>
      <p:sp>
        <p:nvSpPr>
          <p:cNvPr id="18" name="Прямоугольник 17">
            <a:extLst xmlns:a="http://schemas.openxmlformats.org/drawingml/2006/main">
              <a:ext uri="{FF2B5EF4-FFF2-40B4-BE49-F238E27FC236}">
                <a16:creationId xmlns:a16="http://schemas.microsoft.com/office/drawing/2014/main" id="{3ACACE33-6714-4252-8E43-DF4F9C0DE2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095750"/>
            <a:ext cx="107632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800" b="1">
                <a:solidFill>
                  <a:srgbClr val="FFFFFF"/>
                </a:solidFill>
                <a:latin typeface="DejaVu Sans"/>
                <a:ea typeface="DejaVu Sans"/>
                <a:cs typeface="DejaVu Sans"/>
              </a:defRPr>
            </a:pPr>
            <a:r>
              <a:rPr sz="1800" b="1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Әр сервис: мақсаты → сұрау → экрандағы жауап → тексеру</a:t>
            </a:r>
          </a:p>
        </p:txBody>
      </p:sp>
      <p:sp>
        <p:nvSpPr>
          <p:cNvPr id="19" name="Прямоугольник 18">
            <a:extLst xmlns:a="http://schemas.openxmlformats.org/drawingml/2006/main">
              <a:ext uri="{FF2B5EF4-FFF2-40B4-BE49-F238E27FC236}">
                <a16:creationId xmlns:a16="http://schemas.microsoft.com/office/drawing/2014/main" id="{7532AC93-5E43-474E-BAB1-D1BAECA421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9850"/>
            <a:ext cx="476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5679" lnSpcReduction="1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900" b="0">
                <a:solidFill>
                  <a:srgbClr val="FFFFFF"/>
                </a:solidFill>
                <a:latin typeface="DejaVu Sans"/>
                <a:ea typeface="DejaVu Sans"/>
                <a:cs typeface="DejaVu Sans"/>
              </a:defRPr>
            </a:pPr>
            <a:r>
              <a:rPr sz="900" b="0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14</a:t>
            </a:r>
          </a:p>
        </p:txBody>
      </p:sp>
    </p:spTree>
    <p:extLst>
      <p:ext uri="{BB962C8B-B14F-4D97-AF65-F5344CB8AC3E}">
        <p14:creationId xmlns:p14="http://schemas.microsoft.com/office/powerpoint/2010/main" val="563921583"/>
      </p:ext>
    </p:extLst>
  </p:cSld>
</p:sld>
</file>

<file path=ppt/slides/slide15.xml><?xml version="1.0" encoding="utf-8"?>
<p:sld xmlns:p="http://schemas.openxmlformats.org/presentationml/2006/main">
  <p:cSld>
    <p:bg>
      <p:bgPr>
        <a:solidFill xmlns:a="http://schemas.openxmlformats.org/drawingml/2006/main">
          <a:srgbClr val="F7F7F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Прямоугольник 13">
            <a:extLst xmlns:a="http://schemas.openxmlformats.org/drawingml/2006/main">
              <a:ext uri="{FF2B5EF4-FFF2-40B4-BE49-F238E27FC236}">
                <a16:creationId xmlns:a16="http://schemas.microsoft.com/office/drawing/2014/main" id="{9FE79CE6-F702-4D5E-AE3B-AD27D0A58A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28600"/>
            <a:ext cx="3810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9808" lnSpcReduction="1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59616E"/>
                </a:solidFill>
                <a:latin typeface="DejaVu Sans"/>
                <a:ea typeface="DejaVu Sans"/>
                <a:cs typeface="DejaVu Sans"/>
              </a:defRPr>
            </a:pPr>
            <a:r>
              <a:rPr sz="975" b="1">
                <a:solidFill>
                  <a:srgbClr val="59616E"/>
                </a:solidFill>
                <a:latin typeface="DejaVu Sans"/>
                <a:ea typeface="DejaVu Sans"/>
                <a:cs typeface="DejaVu Sans"/>
              </a:rPr>
              <a:t>2. GEMINI</a:t>
            </a:r>
          </a:p>
        </p:txBody>
      </p:sp>
      <p:sp>
        <p:nvSpPr>
          <p:cNvPr id="2" name="Прямоугольник 1">
            <a:extLst xmlns:a="http://schemas.openxmlformats.org/drawingml/2006/main">
              <a:ext uri="{FF2B5EF4-FFF2-40B4-BE49-F238E27FC236}">
                <a16:creationId xmlns:a16="http://schemas.microsoft.com/office/drawing/2014/main" id="{AE760FCC-D0B4-4D31-A8CE-3B9CE3D97A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552450"/>
            <a:ext cx="107632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E1420"/>
                </a:solidFill>
                <a:latin typeface="DejaVu Sans"/>
                <a:ea typeface="DejaVu Sans"/>
                <a:cs typeface="DejaVu Sans"/>
              </a:defRPr>
            </a:pPr>
            <a:r>
              <a:rPr sz="2550" b="1">
                <a:solidFill>
                  <a:srgbClr val="0E1420"/>
                </a:solidFill>
                <a:latin typeface="DejaVu Sans"/>
                <a:ea typeface="DejaVu Sans"/>
                <a:cs typeface="DejaVu Sans"/>
              </a:rPr>
              <a:t>Gemini не үшін қолданылады?</a:t>
            </a:r>
          </a:p>
        </p:txBody>
      </p:sp>
      <p:sp>
        <p:nvSpPr>
          <p:cNvPr id="3" name="Прямоугольник 2">
            <a:extLst xmlns:a="http://schemas.openxmlformats.org/drawingml/2006/main">
              <a:ext uri="{FF2B5EF4-FFF2-40B4-BE49-F238E27FC236}">
                <a16:creationId xmlns:a16="http://schemas.microsoft.com/office/drawing/2014/main" id="{BD7FF49A-407D-4288-AF7A-3A07C856A8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381125"/>
            <a:ext cx="107632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89881" lnSpcReduction="1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 b="1">
                <a:solidFill>
                  <a:srgbClr val="0E1420"/>
                </a:solidFill>
                <a:latin typeface="DejaVu Sans"/>
                <a:ea typeface="DejaVu Sans"/>
                <a:cs typeface="DejaVu Sans"/>
              </a:defRPr>
            </a:pPr>
            <a:r>
              <a:rPr sz="2100" b="1">
                <a:solidFill>
                  <a:srgbClr val="0E1420"/>
                </a:solidFill>
                <a:latin typeface="DejaVu Sans"/>
                <a:ea typeface="DejaVu Sans"/>
                <a:cs typeface="DejaVu Sans"/>
              </a:rPr>
              <a:t>Gemini мәтінмен, суретпен және рұқсат етілген файлдармен жұмыс істеуге көмектеседі.</a:t>
            </a:r>
          </a:p>
        </p:txBody>
      </p:sp>
      <p:sp>
        <p:nvSpPr>
          <p:cNvPr id="4" name="Прямоугольник 3">
            <a:extLst xmlns:a="http://schemas.openxmlformats.org/drawingml/2006/main">
              <a:ext uri="{FF2B5EF4-FFF2-40B4-BE49-F238E27FC236}">
                <a16:creationId xmlns:a16="http://schemas.microsoft.com/office/drawing/2014/main" id="{A9C609A5-4F16-4C6A-9662-3CCC63CDE5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381250"/>
            <a:ext cx="266700" cy="64293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7011"/>
          </a:bodyPr>
          <a:lstStyle xmlns:a="http://schemas.openxmlformats.org/drawingml/2006/main"/>
          <a:p xmlns:a="http://schemas.openxmlformats.org/drawingml/2006/main">
            <a:pPr algn="l">
              <a:buNone/>
              <a:defRPr sz="1725" b="1">
                <a:solidFill>
                  <a:srgbClr val="8FCF25"/>
                </a:solidFill>
                <a:latin typeface="DejaVu Sans"/>
                <a:ea typeface="DejaVu Sans"/>
                <a:cs typeface="DejaVu Sans"/>
              </a:defRPr>
            </a:pPr>
            <a:r>
              <a:rPr sz="1725" b="1">
                <a:solidFill>
                  <a:srgbClr val="8FCF25"/>
                </a:solidFill>
                <a:latin typeface="DejaVu Sans"/>
                <a:ea typeface="DejaVu Sans"/>
                <a:cs typeface="DejaVu Sans"/>
              </a:rPr>
              <a:t>•</a:t>
            </a:r>
          </a:p>
        </p:txBody>
      </p:sp>
      <p:sp>
        <p:nvSpPr>
          <p:cNvPr id="5" name="Прямоугольник 4">
            <a:extLst xmlns:a="http://schemas.openxmlformats.org/drawingml/2006/main">
              <a:ext uri="{FF2B5EF4-FFF2-40B4-BE49-F238E27FC236}">
                <a16:creationId xmlns:a16="http://schemas.microsoft.com/office/drawing/2014/main" id="{218970CE-1882-43F4-BBDB-4ACB557C22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2381250"/>
            <a:ext cx="9925050" cy="64293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725" b="0">
                <a:solidFill>
                  <a:srgbClr val="0E1420"/>
                </a:solidFill>
                <a:latin typeface="DejaVu Sans"/>
                <a:ea typeface="DejaVu Sans"/>
                <a:cs typeface="DejaVu Sans"/>
              </a:defRPr>
            </a:pPr>
            <a:r>
              <a:rPr sz="1725" b="0">
                <a:solidFill>
                  <a:srgbClr val="0E1420"/>
                </a:solidFill>
                <a:latin typeface="DejaVu Sans"/>
                <a:ea typeface="DejaVu Sans"/>
                <a:cs typeface="DejaVu Sans"/>
              </a:rPr>
              <a:t>Құжаттың негізгі ойын қысқаша шығару</a:t>
            </a:r>
          </a:p>
        </p:txBody>
      </p:sp>
      <p:sp>
        <p:nvSpPr>
          <p:cNvPr id="6" name="Прямоугольник 5">
            <a:extLst xmlns:a="http://schemas.openxmlformats.org/drawingml/2006/main">
              <a:ext uri="{FF2B5EF4-FFF2-40B4-BE49-F238E27FC236}">
                <a16:creationId xmlns:a16="http://schemas.microsoft.com/office/drawing/2014/main" id="{4E6742D1-E826-49DC-A988-69BF3F2A38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024188"/>
            <a:ext cx="266700" cy="64293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7011"/>
          </a:bodyPr>
          <a:lstStyle xmlns:a="http://schemas.openxmlformats.org/drawingml/2006/main"/>
          <a:p xmlns:a="http://schemas.openxmlformats.org/drawingml/2006/main">
            <a:pPr algn="l">
              <a:buNone/>
              <a:defRPr sz="1725" b="1">
                <a:solidFill>
                  <a:srgbClr val="8FCF25"/>
                </a:solidFill>
                <a:latin typeface="DejaVu Sans"/>
                <a:ea typeface="DejaVu Sans"/>
                <a:cs typeface="DejaVu Sans"/>
              </a:defRPr>
            </a:pPr>
            <a:r>
              <a:rPr sz="1725" b="1">
                <a:solidFill>
                  <a:srgbClr val="8FCF25"/>
                </a:solidFill>
                <a:latin typeface="DejaVu Sans"/>
                <a:ea typeface="DejaVu Sans"/>
                <a:cs typeface="DejaVu Sans"/>
              </a:rPr>
              <a:t>•</a:t>
            </a:r>
          </a:p>
        </p:txBody>
      </p:sp>
      <p:sp>
        <p:nvSpPr>
          <p:cNvPr id="7" name="Прямоугольник 6">
            <a:extLst xmlns:a="http://schemas.openxmlformats.org/drawingml/2006/main">
              <a:ext uri="{FF2B5EF4-FFF2-40B4-BE49-F238E27FC236}">
                <a16:creationId xmlns:a16="http://schemas.microsoft.com/office/drawing/2014/main" id="{2C7259C9-E008-46D4-89B7-5674D36F27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3024188"/>
            <a:ext cx="9925050" cy="64293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725" b="0">
                <a:solidFill>
                  <a:srgbClr val="0E1420"/>
                </a:solidFill>
                <a:latin typeface="DejaVu Sans"/>
                <a:ea typeface="DejaVu Sans"/>
                <a:cs typeface="DejaVu Sans"/>
              </a:defRPr>
            </a:pPr>
            <a:r>
              <a:rPr sz="1725" b="0">
                <a:solidFill>
                  <a:srgbClr val="0E1420"/>
                </a:solidFill>
                <a:latin typeface="DejaVu Sans"/>
                <a:ea typeface="DejaVu Sans"/>
                <a:cs typeface="DejaVu Sans"/>
              </a:rPr>
              <a:t>Фото немесе скриншоттағы мәтінді түсіндіру</a:t>
            </a:r>
          </a:p>
        </p:txBody>
      </p:sp>
      <p:sp>
        <p:nvSpPr>
          <p:cNvPr id="8" name="Прямоугольник 7">
            <a:extLst xmlns:a="http://schemas.openxmlformats.org/drawingml/2006/main">
              <a:ext uri="{FF2B5EF4-FFF2-40B4-BE49-F238E27FC236}">
                <a16:creationId xmlns:a16="http://schemas.microsoft.com/office/drawing/2014/main" id="{BE923C0D-A5B5-41D8-AB0C-572B1DBBCA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667125"/>
            <a:ext cx="266700" cy="64293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7011"/>
          </a:bodyPr>
          <a:lstStyle xmlns:a="http://schemas.openxmlformats.org/drawingml/2006/main"/>
          <a:p xmlns:a="http://schemas.openxmlformats.org/drawingml/2006/main">
            <a:pPr algn="l">
              <a:buNone/>
              <a:defRPr sz="1725" b="1">
                <a:solidFill>
                  <a:srgbClr val="8FCF25"/>
                </a:solidFill>
                <a:latin typeface="DejaVu Sans"/>
                <a:ea typeface="DejaVu Sans"/>
                <a:cs typeface="DejaVu Sans"/>
              </a:defRPr>
            </a:pPr>
            <a:r>
              <a:rPr sz="1725" b="1">
                <a:solidFill>
                  <a:srgbClr val="8FCF25"/>
                </a:solidFill>
                <a:latin typeface="DejaVu Sans"/>
                <a:ea typeface="DejaVu Sans"/>
                <a:cs typeface="DejaVu Sans"/>
              </a:rPr>
              <a:t>•</a:t>
            </a:r>
          </a:p>
        </p:txBody>
      </p:sp>
      <p:sp>
        <p:nvSpPr>
          <p:cNvPr id="9" name="Прямоугольник 8">
            <a:extLst xmlns:a="http://schemas.openxmlformats.org/drawingml/2006/main">
              <a:ext uri="{FF2B5EF4-FFF2-40B4-BE49-F238E27FC236}">
                <a16:creationId xmlns:a16="http://schemas.microsoft.com/office/drawing/2014/main" id="{B63CC286-FBAE-4A7D-8705-2C9174DEEB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3667125"/>
            <a:ext cx="9925050" cy="64293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725" b="0">
                <a:solidFill>
                  <a:srgbClr val="0E1420"/>
                </a:solidFill>
                <a:latin typeface="DejaVu Sans"/>
                <a:ea typeface="DejaVu Sans"/>
                <a:cs typeface="DejaVu Sans"/>
              </a:defRPr>
            </a:pPr>
            <a:r>
              <a:rPr sz="1725" b="0">
                <a:solidFill>
                  <a:srgbClr val="0E1420"/>
                </a:solidFill>
                <a:latin typeface="DejaVu Sans"/>
                <a:ea typeface="DejaVu Sans"/>
                <a:cs typeface="DejaVu Sans"/>
              </a:rPr>
              <a:t>Кесте деректерін талдау</a:t>
            </a:r>
          </a:p>
        </p:txBody>
      </p:sp>
      <p:sp>
        <p:nvSpPr>
          <p:cNvPr id="10" name="Прямоугольник 9">
            <a:extLst xmlns:a="http://schemas.openxmlformats.org/drawingml/2006/main">
              <a:ext uri="{FF2B5EF4-FFF2-40B4-BE49-F238E27FC236}">
                <a16:creationId xmlns:a16="http://schemas.microsoft.com/office/drawing/2014/main" id="{08CCB1FC-415F-4B66-BF8F-28C74084F4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310063"/>
            <a:ext cx="266700" cy="64293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7011"/>
          </a:bodyPr>
          <a:lstStyle xmlns:a="http://schemas.openxmlformats.org/drawingml/2006/main"/>
          <a:p xmlns:a="http://schemas.openxmlformats.org/drawingml/2006/main">
            <a:pPr algn="l">
              <a:buNone/>
              <a:defRPr sz="1725" b="1">
                <a:solidFill>
                  <a:srgbClr val="8FCF25"/>
                </a:solidFill>
                <a:latin typeface="DejaVu Sans"/>
                <a:ea typeface="DejaVu Sans"/>
                <a:cs typeface="DejaVu Sans"/>
              </a:defRPr>
            </a:pPr>
            <a:r>
              <a:rPr sz="1725" b="1">
                <a:solidFill>
                  <a:srgbClr val="8FCF25"/>
                </a:solidFill>
                <a:latin typeface="DejaVu Sans"/>
                <a:ea typeface="DejaVu Sans"/>
                <a:cs typeface="DejaVu Sans"/>
              </a:rPr>
              <a:t>•</a:t>
            </a:r>
          </a:p>
        </p:txBody>
      </p:sp>
      <p:sp>
        <p:nvSpPr>
          <p:cNvPr id="11" name="Прямоугольник 10">
            <a:extLst xmlns:a="http://schemas.openxmlformats.org/drawingml/2006/main">
              <a:ext uri="{FF2B5EF4-FFF2-40B4-BE49-F238E27FC236}">
                <a16:creationId xmlns:a16="http://schemas.microsoft.com/office/drawing/2014/main" id="{CFB92E0C-998B-40D1-9394-A3C0EEF6D5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4310063"/>
            <a:ext cx="9925050" cy="64293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725" b="0">
                <a:solidFill>
                  <a:srgbClr val="0E1420"/>
                </a:solidFill>
                <a:latin typeface="DejaVu Sans"/>
                <a:ea typeface="DejaVu Sans"/>
                <a:cs typeface="DejaVu Sans"/>
              </a:defRPr>
            </a:pPr>
            <a:r>
              <a:rPr sz="1725" b="0">
                <a:solidFill>
                  <a:srgbClr val="0E1420"/>
                </a:solidFill>
                <a:latin typeface="DejaVu Sans"/>
                <a:ea typeface="DejaVu Sans"/>
                <a:cs typeface="DejaVu Sans"/>
              </a:rPr>
              <a:t>Қазақша және орысша мәтін дайындау</a:t>
            </a:r>
          </a:p>
        </p:txBody>
      </p:sp>
      <p:sp>
        <p:nvSpPr>
          <p:cNvPr id="12" name="Прямоугольник 11">
            <a:extLst xmlns:a="http://schemas.openxmlformats.org/drawingml/2006/main">
              <a:ext uri="{FF2B5EF4-FFF2-40B4-BE49-F238E27FC236}">
                <a16:creationId xmlns:a16="http://schemas.microsoft.com/office/drawing/2014/main" id="{59B3F015-2EFA-431A-9A3A-0EEFA52BA3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5476875"/>
            <a:ext cx="107632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500" b="1">
                <a:solidFill>
                  <a:srgbClr val="D94B4B"/>
                </a:solidFill>
                <a:latin typeface="DejaVu Sans"/>
                <a:ea typeface="DejaVu Sans"/>
                <a:cs typeface="DejaVu Sans"/>
              </a:defRPr>
            </a:pPr>
            <a:r>
              <a:rPr sz="1500" b="1">
                <a:solidFill>
                  <a:srgbClr val="D94B4B"/>
                </a:solidFill>
                <a:latin typeface="DejaVu Sans"/>
                <a:ea typeface="DejaVu Sans"/>
                <a:cs typeface="DejaVu Sans"/>
              </a:rPr>
              <a:t>Маңызды: ішкі және құпия файлдарды ашық сервиске жүктемейміз.</a:t>
            </a:r>
          </a:p>
        </p:txBody>
      </p:sp>
      <p:sp>
        <p:nvSpPr>
          <p:cNvPr id="13" name="Прямоугольник 12">
            <a:extLst xmlns:a="http://schemas.openxmlformats.org/drawingml/2006/main">
              <a:ext uri="{FF2B5EF4-FFF2-40B4-BE49-F238E27FC236}">
                <a16:creationId xmlns:a16="http://schemas.microsoft.com/office/drawing/2014/main" id="{7782585D-B0DF-4DD7-ABE7-3006B07284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9850"/>
            <a:ext cx="476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5679" lnSpcReduction="1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900" b="0">
                <a:solidFill>
                  <a:srgbClr val="59616E"/>
                </a:solidFill>
                <a:latin typeface="DejaVu Sans"/>
                <a:ea typeface="DejaVu Sans"/>
                <a:cs typeface="DejaVu Sans"/>
              </a:defRPr>
            </a:pPr>
            <a:r>
              <a:rPr sz="900" b="0">
                <a:solidFill>
                  <a:srgbClr val="59616E"/>
                </a:solidFill>
                <a:latin typeface="DejaVu Sans"/>
                <a:ea typeface="DejaVu Sans"/>
                <a:cs typeface="DejaVu Sans"/>
              </a:rPr>
              <a:t>15</a:t>
            </a:r>
          </a:p>
        </p:txBody>
      </p:sp>
    </p:spTree>
    <p:extLst>
      <p:ext uri="{BB962C8B-B14F-4D97-AF65-F5344CB8AC3E}">
        <p14:creationId xmlns:p14="http://schemas.microsoft.com/office/powerpoint/2010/main" val="1016882703"/>
      </p:ext>
    </p:extLst>
  </p:cSld>
</p:sld>
</file>

<file path=ppt/slides/slide16.xml><?xml version="1.0" encoding="utf-8"?>
<p:sld xmlns:p="http://schemas.openxmlformats.org/presentationml/2006/main">
  <p:cSld>
    <p:bg>
      <p:bgPr>
        <a:solidFill xmlns:a="http://schemas.openxmlformats.org/drawingml/2006/main">
          <a:srgbClr val="F7F7F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Прямоугольник 5">
            <a:extLst xmlns:a="http://schemas.openxmlformats.org/drawingml/2006/main">
              <a:ext uri="{FF2B5EF4-FFF2-40B4-BE49-F238E27FC236}">
                <a16:creationId xmlns:a16="http://schemas.microsoft.com/office/drawing/2014/main" id="{E285B118-3D66-4B02-ABC2-E4F712E057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28600"/>
            <a:ext cx="3810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9808" lnSpcReduction="1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59616E"/>
                </a:solidFill>
                <a:latin typeface="DejaVu Sans"/>
                <a:ea typeface="DejaVu Sans"/>
                <a:cs typeface="DejaVu Sans"/>
              </a:defRPr>
            </a:pPr>
            <a:r>
              <a:rPr sz="975" b="1">
                <a:solidFill>
                  <a:srgbClr val="59616E"/>
                </a:solidFill>
                <a:latin typeface="DejaVu Sans"/>
                <a:ea typeface="DejaVu Sans"/>
                <a:cs typeface="DejaVu Sans"/>
              </a:rPr>
              <a:t>2. GEMINI</a:t>
            </a:r>
          </a:p>
        </p:txBody>
      </p:sp>
      <p:sp>
        <p:nvSpPr>
          <p:cNvPr id="2" name="Прямоугольник 1">
            <a:extLst xmlns:a="http://schemas.openxmlformats.org/drawingml/2006/main">
              <a:ext uri="{FF2B5EF4-FFF2-40B4-BE49-F238E27FC236}">
                <a16:creationId xmlns:a16="http://schemas.microsoft.com/office/drawing/2014/main" id="{3528EE17-1516-49C3-96D2-6C9B3F5FCD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552450"/>
            <a:ext cx="107632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E1420"/>
                </a:solidFill>
                <a:latin typeface="DejaVu Sans"/>
                <a:ea typeface="DejaVu Sans"/>
                <a:cs typeface="DejaVu Sans"/>
              </a:defRPr>
            </a:pPr>
            <a:r>
              <a:rPr sz="2550" b="1">
                <a:solidFill>
                  <a:srgbClr val="0E1420"/>
                </a:solidFill>
                <a:latin typeface="DejaVu Sans"/>
                <a:ea typeface="DejaVu Sans"/>
                <a:cs typeface="DejaVu Sans"/>
              </a:rPr>
              <a:t>Gemini бастапқы экраны</a:t>
            </a:r>
          </a:p>
        </p:txBody>
      </p:sp>
      <p:pic>
        <p:nvPicPr>
          <p:cNvPr id="10" name="Рисунок 7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5b22c0264a44981"/>
          <a:stretch xmlns:a="http://schemas.openxmlformats.org/drawingml/2006/main"/>
        </p:blipFill>
        <p:spPr>
          <a:xfrm xmlns:a="http://schemas.openxmlformats.org/drawingml/2006/main">
            <a:off x="2699808" y="1381125"/>
            <a:ext cx="6773333" cy="3810000"/>
          </a:xfrm>
          <a:prstGeom xmlns:a="http://schemas.openxmlformats.org/drawingml/2006/main" prst="rect">
            <a:avLst/>
          </a:prstGeom>
        </p:spPr>
      </p:pic>
      <p:sp>
        <p:nvSpPr>
          <p:cNvPr id="4" name="Прямоугольник 3">
            <a:extLst xmlns:a="http://schemas.openxmlformats.org/drawingml/2006/main">
              <a:ext uri="{FF2B5EF4-FFF2-40B4-BE49-F238E27FC236}">
                <a16:creationId xmlns:a16="http://schemas.microsoft.com/office/drawing/2014/main" id="{56C71436-3222-4B79-91AD-73D9AF6913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5429250"/>
            <a:ext cx="10763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500" b="1">
                <a:solidFill>
                  <a:srgbClr val="8FCF25"/>
                </a:solidFill>
                <a:latin typeface="DejaVu Sans"/>
                <a:ea typeface="DejaVu Sans"/>
                <a:cs typeface="DejaVu Sans"/>
              </a:defRPr>
            </a:pPr>
            <a:r>
              <a:rPr sz="1500" b="1">
                <a:solidFill>
                  <a:srgbClr val="8FCF25"/>
                </a:solidFill>
                <a:latin typeface="DejaVu Sans"/>
                <a:ea typeface="DejaVu Sans"/>
                <a:cs typeface="DejaVu Sans"/>
              </a:rPr>
              <a:t>«+» батырмасы арқылы рұқсат етілген фото немесе файл қосылады.</a:t>
            </a:r>
          </a:p>
        </p:txBody>
      </p:sp>
      <p:sp>
        <p:nvSpPr>
          <p:cNvPr id="5" name="Прямоугольник 4">
            <a:extLst xmlns:a="http://schemas.openxmlformats.org/drawingml/2006/main">
              <a:ext uri="{FF2B5EF4-FFF2-40B4-BE49-F238E27FC236}">
                <a16:creationId xmlns:a16="http://schemas.microsoft.com/office/drawing/2014/main" id="{143991F8-D118-4D12-AF4F-8FD18BD443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9850"/>
            <a:ext cx="476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5679" lnSpcReduction="1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900" b="0">
                <a:solidFill>
                  <a:srgbClr val="59616E"/>
                </a:solidFill>
                <a:latin typeface="DejaVu Sans"/>
                <a:ea typeface="DejaVu Sans"/>
                <a:cs typeface="DejaVu Sans"/>
              </a:defRPr>
            </a:pPr>
            <a:r>
              <a:rPr sz="900" b="0">
                <a:solidFill>
                  <a:srgbClr val="59616E"/>
                </a:solidFill>
                <a:latin typeface="DejaVu Sans"/>
                <a:ea typeface="DejaVu Sans"/>
                <a:cs typeface="DejaVu Sans"/>
              </a:rPr>
              <a:t>16</a:t>
            </a:r>
          </a:p>
        </p:txBody>
      </p:sp>
    </p:spTree>
    <p:extLst>
      <p:ext uri="{BB962C8B-B14F-4D97-AF65-F5344CB8AC3E}">
        <p14:creationId xmlns:p14="http://schemas.microsoft.com/office/powerpoint/2010/main" val="999765059"/>
      </p:ext>
    </p:extLst>
  </p:cSld>
</p:sld>
</file>

<file path=ppt/slides/slide17.xml><?xml version="1.0" encoding="utf-8"?>
<p:sld xmlns:p="http://schemas.openxmlformats.org/presentationml/2006/main">
  <p:cSld>
    <p:bg>
      <p:bgPr>
        <a:solidFill xmlns:a="http://schemas.openxmlformats.org/drawingml/2006/main">
          <a:srgbClr val="F7F7F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Прямоугольник 8">
            <a:extLst xmlns:a="http://schemas.openxmlformats.org/drawingml/2006/main">
              <a:ext uri="{FF2B5EF4-FFF2-40B4-BE49-F238E27FC236}">
                <a16:creationId xmlns:a16="http://schemas.microsoft.com/office/drawing/2014/main" id="{B9F62C01-79C2-4428-A304-93853BA3B2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28600"/>
            <a:ext cx="3810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9808" lnSpcReduction="1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59616E"/>
                </a:solidFill>
                <a:latin typeface="DejaVu Sans"/>
                <a:ea typeface="DejaVu Sans"/>
                <a:cs typeface="DejaVu Sans"/>
              </a:defRPr>
            </a:pPr>
            <a:r>
              <a:rPr sz="975" b="1">
                <a:solidFill>
                  <a:srgbClr val="59616E"/>
                </a:solidFill>
                <a:latin typeface="DejaVu Sans"/>
                <a:ea typeface="DejaVu Sans"/>
                <a:cs typeface="DejaVu Sans"/>
              </a:rPr>
              <a:t>ПРАКТИКА</a:t>
            </a:r>
          </a:p>
        </p:txBody>
      </p:sp>
      <p:sp>
        <p:nvSpPr>
          <p:cNvPr id="2" name="Прямоугольник 1">
            <a:extLst xmlns:a="http://schemas.openxmlformats.org/drawingml/2006/main">
              <a:ext uri="{FF2B5EF4-FFF2-40B4-BE49-F238E27FC236}">
                <a16:creationId xmlns:a16="http://schemas.microsoft.com/office/drawing/2014/main" id="{42CFEA92-386B-4D51-83EE-A2A49E708F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552450"/>
            <a:ext cx="107632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E1420"/>
                </a:solidFill>
                <a:latin typeface="DejaVu Sans"/>
                <a:ea typeface="DejaVu Sans"/>
                <a:cs typeface="DejaVu Sans"/>
              </a:defRPr>
            </a:pPr>
            <a:r>
              <a:rPr sz="2550" b="1">
                <a:solidFill>
                  <a:srgbClr val="0E1420"/>
                </a:solidFill>
                <a:latin typeface="DejaVu Sans"/>
                <a:ea typeface="DejaVu Sans"/>
                <a:cs typeface="DejaVu Sans"/>
              </a:rPr>
              <a:t>Gemini: Excel кестесіне сұрау</a:t>
            </a:r>
          </a:p>
        </p:txBody>
      </p:sp>
      <p:sp>
        <p:nvSpPr>
          <p:cNvPr id="3" name="Прямоугольник 2">
            <a:extLst xmlns:a="http://schemas.openxmlformats.org/drawingml/2006/main">
              <a:ext uri="{FF2B5EF4-FFF2-40B4-BE49-F238E27FC236}">
                <a16:creationId xmlns:a16="http://schemas.microsoft.com/office/drawing/2014/main" id="{EDA8F25E-1AAF-4DDF-AFC3-EF3AA81055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257300"/>
            <a:ext cx="10763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59616E"/>
                </a:solidFill>
                <a:latin typeface="DejaVu Sans"/>
                <a:ea typeface="DejaVu Sans"/>
                <a:cs typeface="DejaVu Sans"/>
              </a:defRPr>
            </a:pPr>
            <a:r>
              <a:rPr sz="1350" b="0">
                <a:solidFill>
                  <a:srgbClr val="59616E"/>
                </a:solidFill>
                <a:latin typeface="DejaVu Sans"/>
                <a:ea typeface="DejaVu Sans"/>
                <a:cs typeface="DejaVu Sans"/>
              </a:rPr>
              <a:t>Файлда тек ойдан құрастырылған оқу деректері бар</a:t>
            </a:r>
          </a:p>
        </p:txBody>
      </p:sp>
      <p:sp>
        <p:nvSpPr>
          <p:cNvPr id="4" name="Скругленный прямоугольник 3">
            <a:extLst xmlns:a="http://schemas.openxmlformats.org/drawingml/2006/main">
              <a:ext uri="{FF2B5EF4-FFF2-40B4-BE49-F238E27FC236}">
                <a16:creationId xmlns:a16="http://schemas.microsoft.com/office/drawing/2014/main" id="{510B79C3-6BD0-4CC9-9047-9D93E53FD9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638300"/>
            <a:ext cx="4796064" cy="3122386"/>
          </a:xfrm>
          <a:prstGeom xmlns:a="http://schemas.openxmlformats.org/drawingml/2006/main" prst="roundRect">
            <a:avLst>
              <a:gd name="adj" fmla="val 5625"/>
            </a:avLst>
          </a:prstGeom>
          <a:solidFill xmlns:a="http://schemas.openxmlformats.org/drawingml/2006/main">
            <a:srgbClr val="0E1420"/>
          </a:solidFill>
          <a:ln xmlns:a="http://schemas.openxmlformats.org/drawingml/2006/main" w="9525">
            <a:solidFill>
              <a:srgbClr val="0E142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5" name="Прямоугольник 4">
            <a:extLst xmlns:a="http://schemas.openxmlformats.org/drawingml/2006/main">
              <a:ext uri="{FF2B5EF4-FFF2-40B4-BE49-F238E27FC236}">
                <a16:creationId xmlns:a16="http://schemas.microsoft.com/office/drawing/2014/main" id="{0A8E609B-ACA9-4FEA-BE8B-710040792F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2038350"/>
            <a:ext cx="1238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B8F238"/>
                </a:solidFill>
                <a:latin typeface="DejaVu Sans"/>
                <a:ea typeface="DejaVu Sans"/>
                <a:cs typeface="DejaVu Sans"/>
              </a:defRPr>
            </a:pPr>
            <a:r>
              <a:rPr sz="1050" b="1">
                <a:solidFill>
                  <a:srgbClr val="B8F238"/>
                </a:solidFill>
                <a:latin typeface="DejaVu Sans"/>
                <a:ea typeface="DejaVu Sans"/>
                <a:cs typeface="DejaVu Sans"/>
              </a:rPr>
              <a:t>СҰРАУ</a:t>
            </a:r>
          </a:p>
        </p:txBody>
      </p:sp>
      <p:sp>
        <p:nvSpPr>
          <p:cNvPr id="6" name="Прямоугольник 5">
            <a:extLst xmlns:a="http://schemas.openxmlformats.org/drawingml/2006/main">
              <a:ext uri="{FF2B5EF4-FFF2-40B4-BE49-F238E27FC236}">
                <a16:creationId xmlns:a16="http://schemas.microsoft.com/office/drawing/2014/main" id="{84E5F42E-6005-43C4-B986-1E96AE49BB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3536" y="2171700"/>
            <a:ext cx="4151086" cy="2095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85000" lnSpcReduction="1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875" b="0">
                <a:solidFill>
                  <a:srgbClr val="FFFFFF"/>
                </a:solidFill>
                <a:latin typeface="DejaVu Sans"/>
                <a:ea typeface="DejaVu Sans"/>
                <a:cs typeface="DejaVu Sans"/>
              </a:defRPr>
            </a:pPr>
            <a:r>
              <a:rPr sz="1875" b="0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Осы</a:t>
            </a:r>
            <a:r>
              <a:rPr sz="1875" b="0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 </a:t>
            </a:r>
            <a:r>
              <a:rPr sz="1875" b="0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толық</a:t>
            </a:r>
            <a:r>
              <a:rPr sz="1875" b="0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 300 </a:t>
            </a:r>
            <a:r>
              <a:rPr sz="1875" b="0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жолдық</a:t>
            </a:r>
            <a:r>
              <a:rPr sz="1875" b="0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 </a:t>
            </a:r>
            <a:r>
              <a:rPr sz="1875" b="0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оқу</a:t>
            </a:r>
            <a:r>
              <a:rPr sz="1875" b="0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 </a:t>
            </a:r>
            <a:r>
              <a:rPr sz="1875" b="0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кестесін</a:t>
            </a:r>
            <a:r>
              <a:rPr sz="1875" b="0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 </a:t>
            </a:r>
            <a:r>
              <a:rPr sz="1875" b="0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талда</a:t>
            </a:r>
            <a:r>
              <a:rPr sz="1875" b="0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. </a:t>
            </a:r>
            <a:r>
              <a:rPr sz="1875" b="0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Жолдар</a:t>
            </a:r>
            <a:r>
              <a:rPr sz="1875" b="0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 </a:t>
            </a:r>
            <a:r>
              <a:rPr sz="1875" b="0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мен</a:t>
            </a:r>
            <a:r>
              <a:rPr sz="1875" b="0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 </a:t>
            </a:r>
            <a:r>
              <a:rPr sz="1875" b="0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бірегей</a:t>
            </a:r>
            <a:r>
              <a:rPr sz="1875" b="0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 ID </a:t>
            </a:r>
            <a:r>
              <a:rPr sz="1875" b="0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санын</a:t>
            </a:r>
            <a:r>
              <a:rPr sz="1875" b="0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 </a:t>
            </a:r>
            <a:r>
              <a:rPr sz="1875" b="0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есепте</a:t>
            </a:r>
            <a:r>
              <a:rPr sz="1875" b="0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. </a:t>
            </a:r>
            <a:r>
              <a:rPr sz="1875" b="0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Мәртебелер</a:t>
            </a:r>
            <a:r>
              <a:rPr sz="1875" b="0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 </a:t>
            </a:r>
            <a:r>
              <a:rPr sz="1875" b="0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бойынша</a:t>
            </a:r>
            <a:r>
              <a:rPr sz="1875" b="0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 </a:t>
            </a:r>
            <a:r>
              <a:rPr sz="1875" b="0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санын</a:t>
            </a:r>
            <a:r>
              <a:rPr sz="1875" b="0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 </a:t>
            </a:r>
            <a:r>
              <a:rPr sz="1875" b="0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шығар</a:t>
            </a:r>
            <a:r>
              <a:rPr sz="1875" b="0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. 15.09.2026 </a:t>
            </a:r>
            <a:r>
              <a:rPr sz="1875" b="0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күні</a:t>
            </a:r>
            <a:r>
              <a:rPr sz="1875" b="0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 </a:t>
            </a:r>
            <a:r>
              <a:rPr sz="1875" b="0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мерзімі</a:t>
            </a:r>
            <a:r>
              <a:rPr sz="1875" b="0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 </a:t>
            </a:r>
            <a:r>
              <a:rPr sz="1875" b="0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өткен</a:t>
            </a:r>
            <a:r>
              <a:rPr sz="1875" b="0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 </a:t>
            </a:r>
            <a:r>
              <a:rPr sz="1875" b="0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жабылмаған</a:t>
            </a:r>
            <a:r>
              <a:rPr sz="1875" b="0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 </a:t>
            </a:r>
            <a:r>
              <a:rPr sz="1875" b="0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жолдарды</a:t>
            </a:r>
            <a:r>
              <a:rPr sz="1875" b="0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, </a:t>
            </a:r>
            <a:r>
              <a:rPr sz="1875" b="0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қайталанатын</a:t>
            </a:r>
            <a:r>
              <a:rPr sz="1875" b="0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 ID-</a:t>
            </a:r>
            <a:r>
              <a:rPr sz="1875" b="0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лерді</a:t>
            </a:r>
            <a:r>
              <a:rPr sz="1875" b="0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 </a:t>
            </a:r>
            <a:r>
              <a:rPr sz="1875" b="0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және</a:t>
            </a:r>
            <a:r>
              <a:rPr sz="1875" b="0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 </a:t>
            </a:r>
            <a:r>
              <a:rPr sz="1875" b="0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жауапты</a:t>
            </a:r>
            <a:r>
              <a:rPr sz="1875" b="0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 </a:t>
            </a:r>
            <a:r>
              <a:rPr sz="1875" b="0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адамы</a:t>
            </a:r>
            <a:r>
              <a:rPr sz="1875" b="0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 </a:t>
            </a:r>
            <a:r>
              <a:rPr sz="1875" b="0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жоқ</a:t>
            </a:r>
            <a:r>
              <a:rPr sz="1875" b="0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 </a:t>
            </a:r>
            <a:r>
              <a:rPr sz="1875" b="0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жолдарды</a:t>
            </a:r>
            <a:r>
              <a:rPr sz="1875" b="0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 </a:t>
            </a:r>
            <a:r>
              <a:rPr sz="1875" b="0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көрсет</a:t>
            </a:r>
            <a:r>
              <a:rPr sz="1875" b="0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. </a:t>
            </a:r>
            <a:r>
              <a:rPr sz="1875" b="0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Әр</a:t>
            </a:r>
            <a:r>
              <a:rPr sz="1875" b="0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 </a:t>
            </a:r>
            <a:r>
              <a:rPr sz="1875" b="0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есептеудің</a:t>
            </a:r>
            <a:r>
              <a:rPr sz="1875" b="0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 </a:t>
            </a:r>
            <a:r>
              <a:rPr sz="1875" b="0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ережесін</a:t>
            </a:r>
            <a:r>
              <a:rPr sz="1875" b="0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 </a:t>
            </a:r>
            <a:r>
              <a:rPr sz="1875" b="0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жаз</a:t>
            </a:r>
            <a:r>
              <a:rPr sz="1875" b="0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.</a:t>
            </a:r>
          </a:p>
        </p:txBody>
      </p:sp>
      <p:sp>
        <p:nvSpPr>
          <p:cNvPr id="8" name="Прямоугольник 7">
            <a:extLst xmlns:a="http://schemas.openxmlformats.org/drawingml/2006/main">
              <a:ext uri="{FF2B5EF4-FFF2-40B4-BE49-F238E27FC236}">
                <a16:creationId xmlns:a16="http://schemas.microsoft.com/office/drawing/2014/main" id="{CE3EDAA9-5E6A-4DD1-B8C5-4E892AE7A3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9850"/>
            <a:ext cx="476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5679" lnSpcReduction="1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900" b="0">
                <a:solidFill>
                  <a:srgbClr val="59616E"/>
                </a:solidFill>
                <a:latin typeface="DejaVu Sans"/>
                <a:ea typeface="DejaVu Sans"/>
                <a:cs typeface="DejaVu Sans"/>
              </a:defRPr>
            </a:pPr>
            <a:r>
              <a:rPr sz="900" b="0">
                <a:solidFill>
                  <a:srgbClr val="59616E"/>
                </a:solidFill>
                <a:latin typeface="DejaVu Sans"/>
                <a:ea typeface="DejaVu Sans"/>
                <a:cs typeface="DejaVu Sans"/>
              </a:rPr>
              <a:t>17</a:t>
            </a:r>
          </a:p>
        </p:txBody>
      </p:sp>
      <p:pic>
        <p:nvPicPr>
          <p:cNvPr id="18" name="Рисунок 9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2494013ec324520"/>
          <a:stretch xmlns:a="http://schemas.openxmlformats.org/drawingml/2006/main"/>
        </p:blipFill>
        <p:spPr>
          <a:xfrm xmlns:a="http://schemas.openxmlformats.org/drawingml/2006/main">
            <a:off x="5559878" y="1608364"/>
            <a:ext cx="6606113" cy="35052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92614244"/>
      </p:ext>
    </p:extLst>
  </p:cSld>
</p:sld>
</file>

<file path=ppt/slides/slide18.xml><?xml version="1.0" encoding="utf-8"?>
<p:sld xmlns:p="http://schemas.openxmlformats.org/presentationml/2006/main">
  <p:cSld>
    <p:bg>
      <p:bgPr>
        <a:solidFill xmlns:a="http://schemas.openxmlformats.org/drawingml/2006/main">
          <a:srgbClr val="F7F7F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Прямоугольник 5">
            <a:extLst xmlns:a="http://schemas.openxmlformats.org/drawingml/2006/main">
              <a:ext uri="{FF2B5EF4-FFF2-40B4-BE49-F238E27FC236}">
                <a16:creationId xmlns:a16="http://schemas.microsoft.com/office/drawing/2014/main" id="{F4A4C892-ED8B-49CF-B970-5DEBB85890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28600"/>
            <a:ext cx="3810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9808" lnSpcReduction="1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59616E"/>
                </a:solidFill>
                <a:latin typeface="DejaVu Sans"/>
                <a:ea typeface="DejaVu Sans"/>
                <a:cs typeface="DejaVu Sans"/>
              </a:defRPr>
            </a:pPr>
            <a:r>
              <a:rPr sz="975" b="1">
                <a:solidFill>
                  <a:srgbClr val="59616E"/>
                </a:solidFill>
                <a:latin typeface="DejaVu Sans"/>
                <a:ea typeface="DejaVu Sans"/>
                <a:cs typeface="DejaVu Sans"/>
              </a:rPr>
              <a:t>2. GEMINI</a:t>
            </a:r>
          </a:p>
        </p:txBody>
      </p:sp>
      <p:sp>
        <p:nvSpPr>
          <p:cNvPr id="2" name="Прямоугольник 1">
            <a:extLst xmlns:a="http://schemas.openxmlformats.org/drawingml/2006/main">
              <a:ext uri="{FF2B5EF4-FFF2-40B4-BE49-F238E27FC236}">
                <a16:creationId xmlns:a16="http://schemas.microsoft.com/office/drawing/2014/main" id="{9BEABD2E-392B-4BB0-B947-3C97F20D37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552450"/>
            <a:ext cx="107632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E1420"/>
                </a:solidFill>
                <a:latin typeface="DejaVu Sans"/>
                <a:ea typeface="DejaVu Sans"/>
                <a:cs typeface="DejaVu Sans"/>
              </a:defRPr>
            </a:pPr>
            <a:r>
              <a:rPr sz="2550" b="1">
                <a:solidFill>
                  <a:srgbClr val="0E1420"/>
                </a:solidFill>
                <a:latin typeface="DejaVu Sans"/>
                <a:ea typeface="DejaVu Sans"/>
                <a:cs typeface="DejaVu Sans"/>
              </a:rPr>
              <a:t>Gemini: сұраудың экрандағы көрінісі</a:t>
            </a:r>
          </a:p>
        </p:txBody>
      </p:sp>
      <p:pic>
        <p:nvPicPr>
          <p:cNvPr id="10" name="Рисунок 7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1402dd03d8942db"/>
          <a:stretch xmlns:a="http://schemas.openxmlformats.org/drawingml/2006/main"/>
        </p:blipFill>
        <p:spPr>
          <a:xfrm xmlns:a="http://schemas.openxmlformats.org/drawingml/2006/main">
            <a:off x="1238250" y="1510194"/>
            <a:ext cx="9715500" cy="3456613"/>
          </a:xfrm>
          <a:prstGeom xmlns:a="http://schemas.openxmlformats.org/drawingml/2006/main" prst="rect">
            <a:avLst/>
          </a:prstGeom>
        </p:spPr>
      </p:pic>
      <p:sp>
        <p:nvSpPr>
          <p:cNvPr id="4" name="Прямоугольник 3">
            <a:extLst xmlns:a="http://schemas.openxmlformats.org/drawingml/2006/main">
              <a:ext uri="{FF2B5EF4-FFF2-40B4-BE49-F238E27FC236}">
                <a16:creationId xmlns:a16="http://schemas.microsoft.com/office/drawing/2014/main" id="{838DB57F-E9B6-4BA9-90D7-AF8CA5D53E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5100638"/>
            <a:ext cx="107632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425" b="1">
                <a:solidFill>
                  <a:srgbClr val="0E1420"/>
                </a:solidFill>
                <a:latin typeface="DejaVu Sans"/>
                <a:ea typeface="DejaVu Sans"/>
                <a:cs typeface="DejaVu Sans"/>
              </a:defRPr>
            </a:pPr>
            <a:r>
              <a:rPr sz="1425" b="1">
                <a:solidFill>
                  <a:srgbClr val="0E1420"/>
                </a:solidFill>
                <a:latin typeface="DejaVu Sans"/>
                <a:ea typeface="DejaVu Sans"/>
                <a:cs typeface="DejaVu Sans"/>
              </a:rPr>
              <a:t>Сұрауда бастапқы деректер, есептеу күні, қажетті көрсеткіштер және нәтиже форматы көрсетілген.</a:t>
            </a:r>
          </a:p>
        </p:txBody>
      </p:sp>
      <p:sp>
        <p:nvSpPr>
          <p:cNvPr id="5" name="Прямоугольник 4">
            <a:extLst xmlns:a="http://schemas.openxmlformats.org/drawingml/2006/main">
              <a:ext uri="{FF2B5EF4-FFF2-40B4-BE49-F238E27FC236}">
                <a16:creationId xmlns:a16="http://schemas.microsoft.com/office/drawing/2014/main" id="{C998CEE8-061D-4CFD-9DA8-7EB5A67FEE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9850"/>
            <a:ext cx="476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5679" lnSpcReduction="1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900" b="0">
                <a:solidFill>
                  <a:srgbClr val="59616E"/>
                </a:solidFill>
                <a:latin typeface="DejaVu Sans"/>
                <a:ea typeface="DejaVu Sans"/>
                <a:cs typeface="DejaVu Sans"/>
              </a:defRPr>
            </a:pPr>
            <a:r>
              <a:rPr sz="900" b="0">
                <a:solidFill>
                  <a:srgbClr val="59616E"/>
                </a:solidFill>
                <a:latin typeface="DejaVu Sans"/>
                <a:ea typeface="DejaVu Sans"/>
                <a:cs typeface="DejaVu Sans"/>
              </a:rPr>
              <a:t>18</a:t>
            </a:r>
          </a:p>
        </p:txBody>
      </p:sp>
    </p:spTree>
    <p:extLst>
      <p:ext uri="{BB962C8B-B14F-4D97-AF65-F5344CB8AC3E}">
        <p14:creationId xmlns:p14="http://schemas.microsoft.com/office/powerpoint/2010/main" val="1154067348"/>
      </p:ext>
    </p:extLst>
  </p:cSld>
</p:sld>
</file>

<file path=ppt/slides/slide19.xml><?xml version="1.0" encoding="utf-8"?>
<p:sld xmlns:p="http://schemas.openxmlformats.org/presentationml/2006/main">
  <p:cSld>
    <p:bg>
      <p:bgPr>
        <a:solidFill xmlns:a="http://schemas.openxmlformats.org/drawingml/2006/main">
          <a:srgbClr val="F7F7F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Прямоугольник 5">
            <a:extLst xmlns:a="http://schemas.openxmlformats.org/drawingml/2006/main">
              <a:ext uri="{FF2B5EF4-FFF2-40B4-BE49-F238E27FC236}">
                <a16:creationId xmlns:a16="http://schemas.microsoft.com/office/drawing/2014/main" id="{3BEFB714-E475-4B20-ADA8-B4ADC6A4A5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28600"/>
            <a:ext cx="3810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9808" lnSpcReduction="1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59616E"/>
                </a:solidFill>
                <a:latin typeface="DejaVu Sans"/>
                <a:ea typeface="DejaVu Sans"/>
                <a:cs typeface="DejaVu Sans"/>
              </a:defRPr>
            </a:pPr>
            <a:r>
              <a:rPr sz="975" b="1">
                <a:solidFill>
                  <a:srgbClr val="59616E"/>
                </a:solidFill>
                <a:latin typeface="DejaVu Sans"/>
                <a:ea typeface="DejaVu Sans"/>
                <a:cs typeface="DejaVu Sans"/>
              </a:rPr>
              <a:t>2. GEMINI</a:t>
            </a:r>
          </a:p>
        </p:txBody>
      </p:sp>
      <p:sp>
        <p:nvSpPr>
          <p:cNvPr id="2" name="Прямоугольник 1">
            <a:extLst xmlns:a="http://schemas.openxmlformats.org/drawingml/2006/main">
              <a:ext uri="{FF2B5EF4-FFF2-40B4-BE49-F238E27FC236}">
                <a16:creationId xmlns:a16="http://schemas.microsoft.com/office/drawing/2014/main" id="{0816550A-ED80-4FC7-AC76-B9A97998BE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552450"/>
            <a:ext cx="107632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E1420"/>
                </a:solidFill>
                <a:latin typeface="DejaVu Sans"/>
                <a:ea typeface="DejaVu Sans"/>
                <a:cs typeface="DejaVu Sans"/>
              </a:defRPr>
            </a:pPr>
            <a:r>
              <a:rPr sz="2550" b="1">
                <a:solidFill>
                  <a:srgbClr val="0E1420"/>
                </a:solidFill>
                <a:latin typeface="DejaVu Sans"/>
                <a:ea typeface="DejaVu Sans"/>
                <a:cs typeface="DejaVu Sans"/>
              </a:rPr>
              <a:t>Gemini: алынған жауап</a:t>
            </a:r>
          </a:p>
        </p:txBody>
      </p:sp>
      <p:pic>
        <p:nvPicPr>
          <p:cNvPr id="10" name="Рисунок 7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203163449e840f5"/>
          <a:stretch xmlns:a="http://schemas.openxmlformats.org/drawingml/2006/main"/>
        </p:blipFill>
        <p:spPr>
          <a:xfrm xmlns:a="http://schemas.openxmlformats.org/drawingml/2006/main">
            <a:off x="3100234" y="1381125"/>
            <a:ext cx="5991532" cy="3714750"/>
          </a:xfrm>
          <a:prstGeom xmlns:a="http://schemas.openxmlformats.org/drawingml/2006/main" prst="rect">
            <a:avLst/>
          </a:prstGeom>
        </p:spPr>
      </p:pic>
      <p:sp>
        <p:nvSpPr>
          <p:cNvPr id="4" name="Прямоугольник 3">
            <a:extLst xmlns:a="http://schemas.openxmlformats.org/drawingml/2006/main">
              <a:ext uri="{FF2B5EF4-FFF2-40B4-BE49-F238E27FC236}">
                <a16:creationId xmlns:a16="http://schemas.microsoft.com/office/drawing/2014/main" id="{8A77FD2F-AB2F-4D48-840B-16D8E47D5C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5429250"/>
            <a:ext cx="10763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425" b="1">
                <a:solidFill>
                  <a:srgbClr val="D94B4B"/>
                </a:solidFill>
                <a:latin typeface="DejaVu Sans"/>
                <a:ea typeface="DejaVu Sans"/>
                <a:cs typeface="DejaVu Sans"/>
              </a:defRPr>
            </a:pPr>
            <a:r>
              <a:rPr sz="1425" b="1">
                <a:solidFill>
                  <a:srgbClr val="D94B4B"/>
                </a:solidFill>
                <a:latin typeface="DejaVu Sans"/>
                <a:ea typeface="DejaVu Sans"/>
                <a:cs typeface="DejaVu Sans"/>
              </a:rPr>
              <a:t>Тексеру: бір қайталанатын ID мен бір мерзімі өткен жолды Excel сүзгісі арқылы қолмен растаңыз.</a:t>
            </a:r>
          </a:p>
        </p:txBody>
      </p:sp>
      <p:sp>
        <p:nvSpPr>
          <p:cNvPr id="5" name="Прямоугольник 4">
            <a:extLst xmlns:a="http://schemas.openxmlformats.org/drawingml/2006/main">
              <a:ext uri="{FF2B5EF4-FFF2-40B4-BE49-F238E27FC236}">
                <a16:creationId xmlns:a16="http://schemas.microsoft.com/office/drawing/2014/main" id="{8F442B26-D452-4EFD-A37B-19A2CD30FF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9850"/>
            <a:ext cx="476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5679" lnSpcReduction="1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900" b="0">
                <a:solidFill>
                  <a:srgbClr val="59616E"/>
                </a:solidFill>
                <a:latin typeface="DejaVu Sans"/>
                <a:ea typeface="DejaVu Sans"/>
                <a:cs typeface="DejaVu Sans"/>
              </a:defRPr>
            </a:pPr>
            <a:r>
              <a:rPr sz="900" b="0">
                <a:solidFill>
                  <a:srgbClr val="59616E"/>
                </a:solidFill>
                <a:latin typeface="DejaVu Sans"/>
                <a:ea typeface="DejaVu Sans"/>
                <a:cs typeface="DejaVu Sans"/>
              </a:rPr>
              <a:t>19</a:t>
            </a:r>
          </a:p>
        </p:txBody>
      </p:sp>
    </p:spTree>
    <p:extLst>
      <p:ext uri="{BB962C8B-B14F-4D97-AF65-F5344CB8AC3E}">
        <p14:creationId xmlns:p14="http://schemas.microsoft.com/office/powerpoint/2010/main" val="135364339"/>
      </p:ext>
    </p:extLst>
  </p:cSld>
</p:sld>
</file>

<file path=ppt/slides/slide20.xml><?xml version="1.0" encoding="utf-8"?>
<p:sld xmlns:p="http://schemas.openxmlformats.org/presentationml/2006/main">
  <p:cSld>
    <p:bg>
      <p:bgPr>
        <a:solidFill xmlns:a="http://schemas.openxmlformats.org/drawingml/2006/main">
          <a:srgbClr val="F7F7F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Прямоугольник 13">
            <a:extLst xmlns:a="http://schemas.openxmlformats.org/drawingml/2006/main">
              <a:ext uri="{FF2B5EF4-FFF2-40B4-BE49-F238E27FC236}">
                <a16:creationId xmlns:a16="http://schemas.microsoft.com/office/drawing/2014/main" id="{76F75F17-783A-4D8C-8E53-2867F5C353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28600"/>
            <a:ext cx="3810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9808" lnSpcReduction="1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59616E"/>
                </a:solidFill>
                <a:latin typeface="DejaVu Sans"/>
                <a:ea typeface="DejaVu Sans"/>
                <a:cs typeface="DejaVu Sans"/>
              </a:defRPr>
            </a:pPr>
            <a:r>
              <a:rPr sz="975" b="1">
                <a:solidFill>
                  <a:srgbClr val="59616E"/>
                </a:solidFill>
                <a:latin typeface="DejaVu Sans"/>
                <a:ea typeface="DejaVu Sans"/>
                <a:cs typeface="DejaVu Sans"/>
              </a:rPr>
              <a:t>3. PERPLEXITY</a:t>
            </a:r>
          </a:p>
        </p:txBody>
      </p:sp>
      <p:sp>
        <p:nvSpPr>
          <p:cNvPr id="2" name="Прямоугольник 1">
            <a:extLst xmlns:a="http://schemas.openxmlformats.org/drawingml/2006/main">
              <a:ext uri="{FF2B5EF4-FFF2-40B4-BE49-F238E27FC236}">
                <a16:creationId xmlns:a16="http://schemas.microsoft.com/office/drawing/2014/main" id="{05082292-DD91-406B-A292-48D8686500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552450"/>
            <a:ext cx="107632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E1420"/>
                </a:solidFill>
                <a:latin typeface="DejaVu Sans"/>
                <a:ea typeface="DejaVu Sans"/>
                <a:cs typeface="DejaVu Sans"/>
              </a:defRPr>
            </a:pPr>
            <a:r>
              <a:rPr sz="2550" b="1">
                <a:solidFill>
                  <a:srgbClr val="0E1420"/>
                </a:solidFill>
                <a:latin typeface="DejaVu Sans"/>
                <a:ea typeface="DejaVu Sans"/>
                <a:cs typeface="DejaVu Sans"/>
              </a:rPr>
              <a:t>Perplexity не үшін қолданылады?</a:t>
            </a:r>
          </a:p>
        </p:txBody>
      </p:sp>
      <p:sp>
        <p:nvSpPr>
          <p:cNvPr id="3" name="Прямоугольник 2">
            <a:extLst xmlns:a="http://schemas.openxmlformats.org/drawingml/2006/main">
              <a:ext uri="{FF2B5EF4-FFF2-40B4-BE49-F238E27FC236}">
                <a16:creationId xmlns:a16="http://schemas.microsoft.com/office/drawing/2014/main" id="{B71F423A-86E1-4E6E-9E94-87C1A70430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381125"/>
            <a:ext cx="1076325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 b="1">
                <a:solidFill>
                  <a:srgbClr val="0E1420"/>
                </a:solidFill>
                <a:latin typeface="DejaVu Sans"/>
                <a:ea typeface="DejaVu Sans"/>
                <a:cs typeface="DejaVu Sans"/>
              </a:defRPr>
            </a:pPr>
            <a:r>
              <a:rPr sz="2100" b="1">
                <a:solidFill>
                  <a:srgbClr val="0E1420"/>
                </a:solidFill>
                <a:latin typeface="DejaVu Sans"/>
                <a:ea typeface="DejaVu Sans"/>
                <a:cs typeface="DejaVu Sans"/>
              </a:rPr>
              <a:t>Perplexity вебтен ақпарат іздеп, жауапта пайдаланылған дереккөздердің сілтемелерін көрсетеді.</a:t>
            </a:r>
          </a:p>
        </p:txBody>
      </p:sp>
      <p:sp>
        <p:nvSpPr>
          <p:cNvPr id="4" name="Прямоугольник 3">
            <a:extLst xmlns:a="http://schemas.openxmlformats.org/drawingml/2006/main">
              <a:ext uri="{FF2B5EF4-FFF2-40B4-BE49-F238E27FC236}">
                <a16:creationId xmlns:a16="http://schemas.microsoft.com/office/drawing/2014/main" id="{211DE911-7BE0-4BC0-B67E-3BA77576C7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476500"/>
            <a:ext cx="2667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7011"/>
          </a:bodyPr>
          <a:lstStyle xmlns:a="http://schemas.openxmlformats.org/drawingml/2006/main"/>
          <a:p xmlns:a="http://schemas.openxmlformats.org/drawingml/2006/main">
            <a:pPr algn="l">
              <a:buNone/>
              <a:defRPr sz="1725" b="1">
                <a:solidFill>
                  <a:srgbClr val="8FCF25"/>
                </a:solidFill>
                <a:latin typeface="DejaVu Sans"/>
                <a:ea typeface="DejaVu Sans"/>
                <a:cs typeface="DejaVu Sans"/>
              </a:defRPr>
            </a:pPr>
            <a:r>
              <a:rPr sz="1725" b="1">
                <a:solidFill>
                  <a:srgbClr val="8FCF25"/>
                </a:solidFill>
                <a:latin typeface="DejaVu Sans"/>
                <a:ea typeface="DejaVu Sans"/>
                <a:cs typeface="DejaVu Sans"/>
              </a:rPr>
              <a:t>•</a:t>
            </a:r>
          </a:p>
        </p:txBody>
      </p:sp>
      <p:sp>
        <p:nvSpPr>
          <p:cNvPr id="5" name="Прямоугольник 4">
            <a:extLst xmlns:a="http://schemas.openxmlformats.org/drawingml/2006/main">
              <a:ext uri="{FF2B5EF4-FFF2-40B4-BE49-F238E27FC236}">
                <a16:creationId xmlns:a16="http://schemas.microsoft.com/office/drawing/2014/main" id="{B11B6C65-D822-4825-A565-B5C35186CA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2476500"/>
            <a:ext cx="992505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725" b="0">
                <a:solidFill>
                  <a:srgbClr val="0E1420"/>
                </a:solidFill>
                <a:latin typeface="DejaVu Sans"/>
                <a:ea typeface="DejaVu Sans"/>
                <a:cs typeface="DejaVu Sans"/>
              </a:defRPr>
            </a:pPr>
            <a:r>
              <a:rPr sz="1725" b="0">
                <a:solidFill>
                  <a:srgbClr val="0E1420"/>
                </a:solidFill>
                <a:latin typeface="DejaVu Sans"/>
                <a:ea typeface="DejaVu Sans"/>
                <a:cs typeface="DejaVu Sans"/>
              </a:rPr>
              <a:t>Өзекті ереже мен талапты іздеу</a:t>
            </a:r>
          </a:p>
        </p:txBody>
      </p:sp>
      <p:sp>
        <p:nvSpPr>
          <p:cNvPr id="6" name="Прямоугольник 5">
            <a:extLst xmlns:a="http://schemas.openxmlformats.org/drawingml/2006/main">
              <a:ext uri="{FF2B5EF4-FFF2-40B4-BE49-F238E27FC236}">
                <a16:creationId xmlns:a16="http://schemas.microsoft.com/office/drawing/2014/main" id="{91040BAC-E6DE-45D0-A6A9-953CBAF2EF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095625"/>
            <a:ext cx="2667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7011"/>
          </a:bodyPr>
          <a:lstStyle xmlns:a="http://schemas.openxmlformats.org/drawingml/2006/main"/>
          <a:p xmlns:a="http://schemas.openxmlformats.org/drawingml/2006/main">
            <a:pPr algn="l">
              <a:buNone/>
              <a:defRPr sz="1725" b="1">
                <a:solidFill>
                  <a:srgbClr val="8FCF25"/>
                </a:solidFill>
                <a:latin typeface="DejaVu Sans"/>
                <a:ea typeface="DejaVu Sans"/>
                <a:cs typeface="DejaVu Sans"/>
              </a:defRPr>
            </a:pPr>
            <a:r>
              <a:rPr sz="1725" b="1">
                <a:solidFill>
                  <a:srgbClr val="8FCF25"/>
                </a:solidFill>
                <a:latin typeface="DejaVu Sans"/>
                <a:ea typeface="DejaVu Sans"/>
                <a:cs typeface="DejaVu Sans"/>
              </a:rPr>
              <a:t>•</a:t>
            </a:r>
          </a:p>
        </p:txBody>
      </p:sp>
      <p:sp>
        <p:nvSpPr>
          <p:cNvPr id="7" name="Прямоугольник 6">
            <a:extLst xmlns:a="http://schemas.openxmlformats.org/drawingml/2006/main">
              <a:ext uri="{FF2B5EF4-FFF2-40B4-BE49-F238E27FC236}">
                <a16:creationId xmlns:a16="http://schemas.microsoft.com/office/drawing/2014/main" id="{1FC1E3DA-D510-4E2F-AF2C-CDA52DC406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3095625"/>
            <a:ext cx="992505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725" b="0">
                <a:solidFill>
                  <a:srgbClr val="0E1420"/>
                </a:solidFill>
                <a:latin typeface="DejaVu Sans"/>
                <a:ea typeface="DejaVu Sans"/>
                <a:cs typeface="DejaVu Sans"/>
              </a:defRPr>
            </a:pPr>
            <a:r>
              <a:rPr sz="1725" b="0">
                <a:solidFill>
                  <a:srgbClr val="0E1420"/>
                </a:solidFill>
                <a:latin typeface="DejaVu Sans"/>
                <a:ea typeface="DejaVu Sans"/>
                <a:cs typeface="DejaVu Sans"/>
              </a:rPr>
              <a:t>Бірнеше нұсқаны ресми деректермен салыстыру</a:t>
            </a:r>
          </a:p>
        </p:txBody>
      </p:sp>
      <p:sp>
        <p:nvSpPr>
          <p:cNvPr id="8" name="Прямоугольник 7">
            <a:extLst xmlns:a="http://schemas.openxmlformats.org/drawingml/2006/main">
              <a:ext uri="{FF2B5EF4-FFF2-40B4-BE49-F238E27FC236}">
                <a16:creationId xmlns:a16="http://schemas.microsoft.com/office/drawing/2014/main" id="{A62DA809-4B89-4FB8-B569-B2FA757C24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714750"/>
            <a:ext cx="2667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7011"/>
          </a:bodyPr>
          <a:lstStyle xmlns:a="http://schemas.openxmlformats.org/drawingml/2006/main"/>
          <a:p xmlns:a="http://schemas.openxmlformats.org/drawingml/2006/main">
            <a:pPr algn="l">
              <a:buNone/>
              <a:defRPr sz="1725" b="1">
                <a:solidFill>
                  <a:srgbClr val="8FCF25"/>
                </a:solidFill>
                <a:latin typeface="DejaVu Sans"/>
                <a:ea typeface="DejaVu Sans"/>
                <a:cs typeface="DejaVu Sans"/>
              </a:defRPr>
            </a:pPr>
            <a:r>
              <a:rPr sz="1725" b="1">
                <a:solidFill>
                  <a:srgbClr val="8FCF25"/>
                </a:solidFill>
                <a:latin typeface="DejaVu Sans"/>
                <a:ea typeface="DejaVu Sans"/>
                <a:cs typeface="DejaVu Sans"/>
              </a:rPr>
              <a:t>•</a:t>
            </a:r>
          </a:p>
        </p:txBody>
      </p:sp>
      <p:sp>
        <p:nvSpPr>
          <p:cNvPr id="9" name="Прямоугольник 8">
            <a:extLst xmlns:a="http://schemas.openxmlformats.org/drawingml/2006/main">
              <a:ext uri="{FF2B5EF4-FFF2-40B4-BE49-F238E27FC236}">
                <a16:creationId xmlns:a16="http://schemas.microsoft.com/office/drawing/2014/main" id="{0AD49BAA-444D-4C45-A014-5120BB4920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3714750"/>
            <a:ext cx="992505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725" b="0">
                <a:solidFill>
                  <a:srgbClr val="0E1420"/>
                </a:solidFill>
                <a:latin typeface="DejaVu Sans"/>
                <a:ea typeface="DejaVu Sans"/>
                <a:cs typeface="DejaVu Sans"/>
              </a:defRPr>
            </a:pPr>
            <a:r>
              <a:rPr sz="1725" b="0">
                <a:solidFill>
                  <a:srgbClr val="0E1420"/>
                </a:solidFill>
                <a:latin typeface="DejaVu Sans"/>
                <a:ea typeface="DejaVu Sans"/>
                <a:cs typeface="DejaVu Sans"/>
              </a:rPr>
              <a:t>Ақпараттың қай сайттан алынғанын көру</a:t>
            </a:r>
          </a:p>
        </p:txBody>
      </p:sp>
      <p:sp>
        <p:nvSpPr>
          <p:cNvPr id="10" name="Прямоугольник 9">
            <a:extLst xmlns:a="http://schemas.openxmlformats.org/drawingml/2006/main">
              <a:ext uri="{FF2B5EF4-FFF2-40B4-BE49-F238E27FC236}">
                <a16:creationId xmlns:a16="http://schemas.microsoft.com/office/drawing/2014/main" id="{D56360E5-2D8E-4296-9B7D-752F924D1C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333875"/>
            <a:ext cx="2667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7011"/>
          </a:bodyPr>
          <a:lstStyle xmlns:a="http://schemas.openxmlformats.org/drawingml/2006/main"/>
          <a:p xmlns:a="http://schemas.openxmlformats.org/drawingml/2006/main">
            <a:pPr algn="l">
              <a:buNone/>
              <a:defRPr sz="1725" b="1">
                <a:solidFill>
                  <a:srgbClr val="8FCF25"/>
                </a:solidFill>
                <a:latin typeface="DejaVu Sans"/>
                <a:ea typeface="DejaVu Sans"/>
                <a:cs typeface="DejaVu Sans"/>
              </a:defRPr>
            </a:pPr>
            <a:r>
              <a:rPr sz="1725" b="1">
                <a:solidFill>
                  <a:srgbClr val="8FCF25"/>
                </a:solidFill>
                <a:latin typeface="DejaVu Sans"/>
                <a:ea typeface="DejaVu Sans"/>
                <a:cs typeface="DejaVu Sans"/>
              </a:rPr>
              <a:t>•</a:t>
            </a:r>
          </a:p>
        </p:txBody>
      </p:sp>
      <p:sp>
        <p:nvSpPr>
          <p:cNvPr id="11" name="Прямоугольник 10">
            <a:extLst xmlns:a="http://schemas.openxmlformats.org/drawingml/2006/main">
              <a:ext uri="{FF2B5EF4-FFF2-40B4-BE49-F238E27FC236}">
                <a16:creationId xmlns:a16="http://schemas.microsoft.com/office/drawing/2014/main" id="{E2CB3190-56BF-4B99-95AE-9A759B0616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4333875"/>
            <a:ext cx="992505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725" b="0">
                <a:solidFill>
                  <a:srgbClr val="0E1420"/>
                </a:solidFill>
                <a:latin typeface="DejaVu Sans"/>
                <a:ea typeface="DejaVu Sans"/>
                <a:cs typeface="DejaVu Sans"/>
              </a:defRPr>
            </a:pPr>
            <a:r>
              <a:rPr sz="1725" b="0">
                <a:solidFill>
                  <a:srgbClr val="0E1420"/>
                </a:solidFill>
                <a:latin typeface="DejaVu Sans"/>
                <a:ea typeface="DejaVu Sans"/>
                <a:cs typeface="DejaVu Sans"/>
              </a:rPr>
              <a:t>Дереккөзді ашып, күнін және мәтінін тексеру</a:t>
            </a:r>
          </a:p>
        </p:txBody>
      </p:sp>
      <p:sp>
        <p:nvSpPr>
          <p:cNvPr id="12" name="Прямоугольник 11">
            <a:extLst xmlns:a="http://schemas.openxmlformats.org/drawingml/2006/main">
              <a:ext uri="{FF2B5EF4-FFF2-40B4-BE49-F238E27FC236}">
                <a16:creationId xmlns:a16="http://schemas.microsoft.com/office/drawing/2014/main" id="{09D5305A-FB76-4B04-AC53-46697643F2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5476875"/>
            <a:ext cx="107632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575" b="1">
                <a:solidFill>
                  <a:srgbClr val="D94B4B"/>
                </a:solidFill>
                <a:latin typeface="DejaVu Sans"/>
                <a:ea typeface="DejaVu Sans"/>
                <a:cs typeface="DejaVu Sans"/>
              </a:defRPr>
            </a:pPr>
            <a:r>
              <a:rPr sz="1575" b="1">
                <a:solidFill>
                  <a:srgbClr val="D94B4B"/>
                </a:solidFill>
                <a:latin typeface="DejaVu Sans"/>
                <a:ea typeface="DejaVu Sans"/>
                <a:cs typeface="DejaVu Sans"/>
              </a:rPr>
              <a:t>Сілтемесі бар жауап та міндетті түрде тексеріледі.</a:t>
            </a:r>
          </a:p>
        </p:txBody>
      </p:sp>
      <p:sp>
        <p:nvSpPr>
          <p:cNvPr id="13" name="Прямоугольник 12">
            <a:extLst xmlns:a="http://schemas.openxmlformats.org/drawingml/2006/main">
              <a:ext uri="{FF2B5EF4-FFF2-40B4-BE49-F238E27FC236}">
                <a16:creationId xmlns:a16="http://schemas.microsoft.com/office/drawing/2014/main" id="{9A93CBE7-216A-4179-B413-7031FB8672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9850"/>
            <a:ext cx="476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5679" lnSpcReduction="1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900" b="0">
                <a:solidFill>
                  <a:srgbClr val="59616E"/>
                </a:solidFill>
                <a:latin typeface="DejaVu Sans"/>
                <a:ea typeface="DejaVu Sans"/>
                <a:cs typeface="DejaVu Sans"/>
              </a:defRPr>
            </a:pPr>
            <a:r>
              <a:rPr sz="900" b="0">
                <a:solidFill>
                  <a:srgbClr val="59616E"/>
                </a:solidFill>
                <a:latin typeface="DejaVu Sans"/>
                <a:ea typeface="DejaVu Sans"/>
                <a:cs typeface="DejaVu Sans"/>
              </a:rPr>
              <a:t>20</a:t>
            </a:r>
          </a:p>
        </p:txBody>
      </p:sp>
    </p:spTree>
    <p:extLst>
      <p:ext uri="{BB962C8B-B14F-4D97-AF65-F5344CB8AC3E}">
        <p14:creationId xmlns:p14="http://schemas.microsoft.com/office/powerpoint/2010/main" val="185985935"/>
      </p:ext>
    </p:extLst>
  </p:cSld>
</p:sld>
</file>

<file path=ppt/slides/slide21.xml><?xml version="1.0" encoding="utf-8"?>
<p:sld xmlns:p="http://schemas.openxmlformats.org/presentationml/2006/main">
  <p:cSld>
    <p:bg>
      <p:bgPr>
        <a:solidFill xmlns:a="http://schemas.openxmlformats.org/drawingml/2006/main">
          <a:srgbClr val="F7F7F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Прямоугольник 8">
            <a:extLst xmlns:a="http://schemas.openxmlformats.org/drawingml/2006/main">
              <a:ext uri="{FF2B5EF4-FFF2-40B4-BE49-F238E27FC236}">
                <a16:creationId xmlns:a16="http://schemas.microsoft.com/office/drawing/2014/main" id="{DA003AB8-F781-4BBF-95A5-04FA8385A6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28600"/>
            <a:ext cx="3810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9808" lnSpcReduction="1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59616E"/>
                </a:solidFill>
                <a:latin typeface="DejaVu Sans"/>
                <a:ea typeface="DejaVu Sans"/>
                <a:cs typeface="DejaVu Sans"/>
              </a:defRPr>
            </a:pPr>
            <a:r>
              <a:rPr sz="975" b="1">
                <a:solidFill>
                  <a:srgbClr val="59616E"/>
                </a:solidFill>
                <a:latin typeface="DejaVu Sans"/>
                <a:ea typeface="DejaVu Sans"/>
                <a:cs typeface="DejaVu Sans"/>
              </a:rPr>
              <a:t>ПРАКТИКА</a:t>
            </a:r>
          </a:p>
        </p:txBody>
      </p:sp>
      <p:sp>
        <p:nvSpPr>
          <p:cNvPr id="2" name="Прямоугольник 1">
            <a:extLst xmlns:a="http://schemas.openxmlformats.org/drawingml/2006/main">
              <a:ext uri="{FF2B5EF4-FFF2-40B4-BE49-F238E27FC236}">
                <a16:creationId xmlns:a16="http://schemas.microsoft.com/office/drawing/2014/main" id="{808C8148-0ACB-4D4B-A1B5-3CC7873297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552450"/>
            <a:ext cx="107632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E1420"/>
                </a:solidFill>
                <a:latin typeface="DejaVu Sans"/>
                <a:ea typeface="DejaVu Sans"/>
                <a:cs typeface="DejaVu Sans"/>
              </a:defRPr>
            </a:pPr>
            <a:r>
              <a:rPr sz="2550" b="1">
                <a:solidFill>
                  <a:srgbClr val="0E1420"/>
                </a:solidFill>
                <a:latin typeface="DejaVu Sans"/>
                <a:ea typeface="DejaVu Sans"/>
                <a:cs typeface="DejaVu Sans"/>
              </a:rPr>
              <a:t>Perplexity: қол жүгі ережесін салыстыру</a:t>
            </a:r>
          </a:p>
        </p:txBody>
      </p:sp>
      <p:sp>
        <p:nvSpPr>
          <p:cNvPr id="3" name="Прямоугольник 2">
            <a:extLst xmlns:a="http://schemas.openxmlformats.org/drawingml/2006/main">
              <a:ext uri="{FF2B5EF4-FFF2-40B4-BE49-F238E27FC236}">
                <a16:creationId xmlns:a16="http://schemas.microsoft.com/office/drawing/2014/main" id="{326D0AFF-26FE-4A2D-B0CE-ABB6B1C60F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257300"/>
            <a:ext cx="10763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59616E"/>
                </a:solidFill>
                <a:latin typeface="DejaVu Sans"/>
                <a:ea typeface="DejaVu Sans"/>
                <a:cs typeface="DejaVu Sans"/>
              </a:defRPr>
            </a:pPr>
            <a:r>
              <a:rPr sz="1350" b="0">
                <a:solidFill>
                  <a:srgbClr val="59616E"/>
                </a:solidFill>
                <a:latin typeface="DejaVu Sans"/>
                <a:ea typeface="DejaVu Sans"/>
                <a:cs typeface="DejaVu Sans"/>
              </a:rPr>
              <a:t>Күнделікті өмірдегі веб іздеу мысалы</a:t>
            </a:r>
          </a:p>
        </p:txBody>
      </p:sp>
      <p:sp>
        <p:nvSpPr>
          <p:cNvPr id="4" name="Скругленный прямоугольник 3">
            <a:extLst xmlns:a="http://schemas.openxmlformats.org/drawingml/2006/main">
              <a:ext uri="{FF2B5EF4-FFF2-40B4-BE49-F238E27FC236}">
                <a16:creationId xmlns:a16="http://schemas.microsoft.com/office/drawing/2014/main" id="{FE6CC06C-642C-4042-9FB1-45F8531D21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809750"/>
            <a:ext cx="10763250" cy="3048000"/>
          </a:xfrm>
          <a:prstGeom xmlns:a="http://schemas.openxmlformats.org/drawingml/2006/main" prst="roundRect">
            <a:avLst>
              <a:gd name="adj" fmla="val 5625"/>
            </a:avLst>
          </a:prstGeom>
          <a:solidFill xmlns:a="http://schemas.openxmlformats.org/drawingml/2006/main">
            <a:srgbClr val="0E1420"/>
          </a:solidFill>
          <a:ln xmlns:a="http://schemas.openxmlformats.org/drawingml/2006/main" w="9525">
            <a:solidFill>
              <a:srgbClr val="0E142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5" name="Прямоугольник 4">
            <a:extLst xmlns:a="http://schemas.openxmlformats.org/drawingml/2006/main">
              <a:ext uri="{FF2B5EF4-FFF2-40B4-BE49-F238E27FC236}">
                <a16:creationId xmlns:a16="http://schemas.microsoft.com/office/drawing/2014/main" id="{DD542FC0-0A1B-4F21-9550-390ED15E1B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2038350"/>
            <a:ext cx="1238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B8F238"/>
                </a:solidFill>
                <a:latin typeface="DejaVu Sans"/>
                <a:ea typeface="DejaVu Sans"/>
                <a:cs typeface="DejaVu Sans"/>
              </a:defRPr>
            </a:pPr>
            <a:r>
              <a:rPr sz="1050" b="1">
                <a:solidFill>
                  <a:srgbClr val="B8F238"/>
                </a:solidFill>
                <a:latin typeface="DejaVu Sans"/>
                <a:ea typeface="DejaVu Sans"/>
                <a:cs typeface="DejaVu Sans"/>
              </a:rPr>
              <a:t>СҰРАУ</a:t>
            </a:r>
          </a:p>
        </p:txBody>
      </p:sp>
      <p:sp>
        <p:nvSpPr>
          <p:cNvPr id="6" name="Прямоугольник 5">
            <a:extLst xmlns:a="http://schemas.openxmlformats.org/drawingml/2006/main">
              <a:ext uri="{FF2B5EF4-FFF2-40B4-BE49-F238E27FC236}">
                <a16:creationId xmlns:a16="http://schemas.microsoft.com/office/drawing/2014/main" id="{65E2D449-3D0F-4BC4-AA6A-805A606386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2400300"/>
            <a:ext cx="10287000" cy="2095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875" b="0">
                <a:solidFill>
                  <a:srgbClr val="FFFFFF"/>
                </a:solidFill>
                <a:latin typeface="DejaVu Sans"/>
                <a:ea typeface="DejaVu Sans"/>
                <a:cs typeface="DejaVu Sans"/>
              </a:defRPr>
            </a:pPr>
            <a:r>
              <a:rPr sz="1875" b="0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15.09.2026 </a:t>
            </a:r>
            <a:r>
              <a:rPr sz="1875" b="0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күнгі</a:t>
            </a:r>
            <a:r>
              <a:rPr sz="1875" b="0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 Air Astana </a:t>
            </a:r>
            <a:r>
              <a:rPr sz="1875" b="0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эконом</a:t>
            </a:r>
            <a:r>
              <a:rPr sz="1875" b="0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 </a:t>
            </a:r>
            <a:r>
              <a:rPr sz="1875" b="0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класы</a:t>
            </a:r>
            <a:r>
              <a:rPr sz="1875" b="0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 </a:t>
            </a:r>
            <a:r>
              <a:rPr sz="1875" b="0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мен</a:t>
            </a:r>
            <a:r>
              <a:rPr sz="1875" b="0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 </a:t>
            </a:r>
            <a:r>
              <a:rPr sz="1875" b="0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FlyArystan</a:t>
            </a:r>
            <a:r>
              <a:rPr sz="1875" b="0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 </a:t>
            </a:r>
            <a:r>
              <a:rPr sz="1875" b="0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тегін</a:t>
            </a:r>
            <a:r>
              <a:rPr sz="1875" b="0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 </a:t>
            </a:r>
            <a:r>
              <a:rPr sz="1875" b="0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қол</a:t>
            </a:r>
            <a:r>
              <a:rPr sz="1875" b="0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 </a:t>
            </a:r>
            <a:r>
              <a:rPr sz="1875" b="0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жүгі</a:t>
            </a:r>
            <a:r>
              <a:rPr sz="1875" b="0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 </a:t>
            </a:r>
            <a:r>
              <a:rPr sz="1875" b="0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ережесін</a:t>
            </a:r>
            <a:r>
              <a:rPr sz="1875" b="0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 </a:t>
            </a:r>
            <a:r>
              <a:rPr sz="1875" b="0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салыстыр</a:t>
            </a:r>
            <a:r>
              <a:rPr sz="1875" b="0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. </a:t>
            </a:r>
            <a:r>
              <a:rPr sz="1875" b="0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Кестеде</a:t>
            </a:r>
            <a:r>
              <a:rPr sz="1875" b="0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 </a:t>
            </a:r>
            <a:r>
              <a:rPr sz="1875" b="0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салмақ</a:t>
            </a:r>
            <a:r>
              <a:rPr sz="1875" b="0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, </a:t>
            </a:r>
            <a:r>
              <a:rPr sz="1875" b="0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өлшем</a:t>
            </a:r>
            <a:r>
              <a:rPr sz="1875" b="0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 </a:t>
            </a:r>
            <a:r>
              <a:rPr sz="1875" b="0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және</a:t>
            </a:r>
            <a:r>
              <a:rPr sz="1875" b="0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 </a:t>
            </a:r>
            <a:r>
              <a:rPr sz="1875" b="0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орын</a:t>
            </a:r>
            <a:r>
              <a:rPr sz="1875" b="0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 </a:t>
            </a:r>
            <a:r>
              <a:rPr sz="1875" b="0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саны</a:t>
            </a:r>
            <a:r>
              <a:rPr sz="1875" b="0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 </a:t>
            </a:r>
            <a:r>
              <a:rPr sz="1875" b="0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болсын</a:t>
            </a:r>
            <a:r>
              <a:rPr sz="1875" b="0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. </a:t>
            </a:r>
            <a:r>
              <a:rPr sz="1875" b="0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Тек</a:t>
            </a:r>
            <a:r>
              <a:rPr sz="1875" b="0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 </a:t>
            </a:r>
            <a:r>
              <a:rPr sz="1875" b="0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ресми</a:t>
            </a:r>
            <a:r>
              <a:rPr sz="1875" b="0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 </a:t>
            </a:r>
            <a:r>
              <a:rPr sz="1875" b="0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сайттарды</a:t>
            </a:r>
            <a:r>
              <a:rPr sz="1875" b="0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 </a:t>
            </a:r>
            <a:r>
              <a:rPr sz="1875" b="0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пайдалан</a:t>
            </a:r>
            <a:r>
              <a:rPr sz="1875" b="0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. </a:t>
            </a:r>
            <a:r>
              <a:rPr sz="1875" b="0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Әр</a:t>
            </a:r>
            <a:r>
              <a:rPr sz="1875" b="0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 </a:t>
            </a:r>
            <a:r>
              <a:rPr sz="1875" b="0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дерекке</a:t>
            </a:r>
            <a:r>
              <a:rPr sz="1875" b="0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 </a:t>
            </a:r>
            <a:r>
              <a:rPr sz="1875" b="0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сілтеме</a:t>
            </a:r>
            <a:r>
              <a:rPr sz="1875" b="0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 </a:t>
            </a:r>
            <a:r>
              <a:rPr sz="1875" b="0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және</a:t>
            </a:r>
            <a:r>
              <a:rPr sz="1875" b="0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 </a:t>
            </a:r>
            <a:r>
              <a:rPr sz="1875" b="0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тексерілген</a:t>
            </a:r>
            <a:r>
              <a:rPr sz="1875" b="0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 </a:t>
            </a:r>
            <a:r>
              <a:rPr sz="1875" b="0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күнді</a:t>
            </a:r>
            <a:r>
              <a:rPr sz="1875" b="0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 </a:t>
            </a:r>
            <a:r>
              <a:rPr sz="1875" b="0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көрсет</a:t>
            </a:r>
            <a:r>
              <a:rPr sz="1875" b="0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.</a:t>
            </a:r>
          </a:p>
        </p:txBody>
      </p:sp>
      <p:sp>
        <p:nvSpPr>
          <p:cNvPr id="7" name="Прямоугольник 6">
            <a:extLst xmlns:a="http://schemas.openxmlformats.org/drawingml/2006/main">
              <a:ext uri="{FF2B5EF4-FFF2-40B4-BE49-F238E27FC236}">
                <a16:creationId xmlns:a16="http://schemas.microsoft.com/office/drawing/2014/main" id="{257BC7F6-EFAC-4C90-A49C-A5F53E4207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5143500"/>
            <a:ext cx="10763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59616E"/>
                </a:solidFill>
                <a:latin typeface="DejaVu Sans"/>
                <a:ea typeface="DejaVu Sans"/>
                <a:cs typeface="DejaVu Sans"/>
              </a:defRPr>
            </a:pPr>
            <a:r>
              <a:rPr sz="1200" b="0">
                <a:solidFill>
                  <a:srgbClr val="59616E"/>
                </a:solidFill>
                <a:latin typeface="DejaVu Sans"/>
                <a:ea typeface="DejaVu Sans"/>
                <a:cs typeface="DejaVu Sans"/>
              </a:rPr>
              <a:t>Оқу үлгісі. Құпия және жеке деректерді енгізбейміз.</a:t>
            </a:r>
          </a:p>
        </p:txBody>
      </p:sp>
      <p:sp>
        <p:nvSpPr>
          <p:cNvPr id="8" name="Прямоугольник 7">
            <a:extLst xmlns:a="http://schemas.openxmlformats.org/drawingml/2006/main">
              <a:ext uri="{FF2B5EF4-FFF2-40B4-BE49-F238E27FC236}">
                <a16:creationId xmlns:a16="http://schemas.microsoft.com/office/drawing/2014/main" id="{8E12F0E4-AB76-4881-A1C3-E1F9B801E9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9850"/>
            <a:ext cx="476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5679" lnSpcReduction="1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900" b="0">
                <a:solidFill>
                  <a:srgbClr val="59616E"/>
                </a:solidFill>
                <a:latin typeface="DejaVu Sans"/>
                <a:ea typeface="DejaVu Sans"/>
                <a:cs typeface="DejaVu Sans"/>
              </a:defRPr>
            </a:pPr>
            <a:r>
              <a:rPr sz="900" b="0">
                <a:solidFill>
                  <a:srgbClr val="59616E"/>
                </a:solidFill>
                <a:latin typeface="DejaVu Sans"/>
                <a:ea typeface="DejaVu Sans"/>
                <a:cs typeface="DejaVu Sans"/>
              </a:rPr>
              <a:t>21</a:t>
            </a:r>
          </a:p>
        </p:txBody>
      </p:sp>
    </p:spTree>
    <p:extLst>
      <p:ext uri="{BB962C8B-B14F-4D97-AF65-F5344CB8AC3E}">
        <p14:creationId xmlns:p14="http://schemas.microsoft.com/office/powerpoint/2010/main" val="1765266899"/>
      </p:ext>
    </p:extLst>
  </p:cSld>
</p:sld>
</file>

<file path=ppt/slides/slide22.xml><?xml version="1.0" encoding="utf-8"?>
<p:sld xmlns:p="http://schemas.openxmlformats.org/presentationml/2006/main">
  <p:cSld>
    <p:bg>
      <p:bgPr>
        <a:solidFill xmlns:a="http://schemas.openxmlformats.org/drawingml/2006/main">
          <a:srgbClr val="F7F7F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Прямоугольник 4">
            <a:extLst xmlns:a="http://schemas.openxmlformats.org/drawingml/2006/main">
              <a:ext uri="{FF2B5EF4-FFF2-40B4-BE49-F238E27FC236}">
                <a16:creationId xmlns:a16="http://schemas.microsoft.com/office/drawing/2014/main" id="{30884CE5-9EAF-4B62-BC9E-72B6565718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28600"/>
            <a:ext cx="3810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9808" lnSpcReduction="1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59616E"/>
                </a:solidFill>
                <a:latin typeface="DejaVu Sans"/>
                <a:ea typeface="DejaVu Sans"/>
                <a:cs typeface="DejaVu Sans"/>
              </a:defRPr>
            </a:pPr>
            <a:r>
              <a:rPr sz="975" b="1">
                <a:solidFill>
                  <a:srgbClr val="59616E"/>
                </a:solidFill>
                <a:latin typeface="DejaVu Sans"/>
                <a:ea typeface="DejaVu Sans"/>
                <a:cs typeface="DejaVu Sans"/>
              </a:rPr>
              <a:t>3. PERPLEXITY</a:t>
            </a:r>
          </a:p>
        </p:txBody>
      </p:sp>
      <p:sp>
        <p:nvSpPr>
          <p:cNvPr id="2" name="Прямоугольник 1">
            <a:extLst xmlns:a="http://schemas.openxmlformats.org/drawingml/2006/main">
              <a:ext uri="{FF2B5EF4-FFF2-40B4-BE49-F238E27FC236}">
                <a16:creationId xmlns:a16="http://schemas.microsoft.com/office/drawing/2014/main" id="{964D1DDD-9445-4A7A-A865-91093B695B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552450"/>
            <a:ext cx="107632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E1420"/>
                </a:solidFill>
                <a:latin typeface="DejaVu Sans"/>
                <a:ea typeface="DejaVu Sans"/>
                <a:cs typeface="DejaVu Sans"/>
              </a:defRPr>
            </a:pPr>
            <a:r>
              <a:rPr sz="2550" b="1">
                <a:solidFill>
                  <a:srgbClr val="0E1420"/>
                </a:solidFill>
                <a:latin typeface="DejaVu Sans"/>
                <a:ea typeface="DejaVu Sans"/>
                <a:cs typeface="DejaVu Sans"/>
              </a:rPr>
              <a:t>Perplexity: жауап скриншоты</a:t>
            </a:r>
          </a:p>
        </p:txBody>
      </p:sp>
      <p:sp>
        <p:nvSpPr>
          <p:cNvPr id="3" name="Прямоугольник 2">
            <a:extLst xmlns:a="http://schemas.openxmlformats.org/drawingml/2006/main">
              <a:ext uri="{FF2B5EF4-FFF2-40B4-BE49-F238E27FC236}">
                <a16:creationId xmlns:a16="http://schemas.microsoft.com/office/drawing/2014/main" id="{9107F62C-07C9-4B8A-92ED-C959D510BB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309" y="5886450"/>
            <a:ext cx="107632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500" b="1">
                <a:solidFill>
                  <a:srgbClr val="0E1420"/>
                </a:solidFill>
                <a:latin typeface="DejaVu Sans"/>
                <a:ea typeface="DejaVu Sans"/>
                <a:cs typeface="DejaVu Sans"/>
              </a:defRPr>
            </a:pPr>
            <a:r>
              <a:rPr sz="1500" b="1">
                <a:solidFill>
                  <a:srgbClr val="0E1420"/>
                </a:solidFill>
                <a:latin typeface="DejaVu Sans"/>
                <a:ea typeface="DejaVu Sans"/>
                <a:cs typeface="DejaVu Sans"/>
              </a:rPr>
              <a:t>Жауаптағы</a:t>
            </a:r>
            <a:r>
              <a:rPr sz="1500" b="1">
                <a:solidFill>
                  <a:srgbClr val="0E1420"/>
                </a:solidFill>
                <a:latin typeface="DejaVu Sans"/>
                <a:ea typeface="DejaVu Sans"/>
                <a:cs typeface="DejaVu Sans"/>
              </a:rPr>
              <a:t> </a:t>
            </a:r>
            <a:r>
              <a:rPr sz="1500" b="1">
                <a:solidFill>
                  <a:srgbClr val="0E1420"/>
                </a:solidFill>
                <a:latin typeface="DejaVu Sans"/>
                <a:ea typeface="DejaVu Sans"/>
                <a:cs typeface="DejaVu Sans"/>
              </a:rPr>
              <a:t>санды</a:t>
            </a:r>
            <a:r>
              <a:rPr sz="1500" b="1">
                <a:solidFill>
                  <a:srgbClr val="0E1420"/>
                </a:solidFill>
                <a:latin typeface="DejaVu Sans"/>
                <a:ea typeface="DejaVu Sans"/>
                <a:cs typeface="DejaVu Sans"/>
              </a:rPr>
              <a:t> </a:t>
            </a:r>
            <a:r>
              <a:rPr sz="1500" b="1">
                <a:solidFill>
                  <a:srgbClr val="0E1420"/>
                </a:solidFill>
                <a:latin typeface="DejaVu Sans"/>
                <a:ea typeface="DejaVu Sans"/>
                <a:cs typeface="DejaVu Sans"/>
              </a:rPr>
              <a:t>ресми</a:t>
            </a:r>
            <a:r>
              <a:rPr sz="1500" b="1">
                <a:solidFill>
                  <a:srgbClr val="0E1420"/>
                </a:solidFill>
                <a:latin typeface="DejaVu Sans"/>
                <a:ea typeface="DejaVu Sans"/>
                <a:cs typeface="DejaVu Sans"/>
              </a:rPr>
              <a:t> </a:t>
            </a:r>
            <a:r>
              <a:rPr sz="1500" b="1">
                <a:solidFill>
                  <a:srgbClr val="0E1420"/>
                </a:solidFill>
                <a:latin typeface="DejaVu Sans"/>
                <a:ea typeface="DejaVu Sans"/>
                <a:cs typeface="DejaVu Sans"/>
              </a:rPr>
              <a:t>әуе</a:t>
            </a:r>
            <a:r>
              <a:rPr sz="1500" b="1">
                <a:solidFill>
                  <a:srgbClr val="0E1420"/>
                </a:solidFill>
                <a:latin typeface="DejaVu Sans"/>
                <a:ea typeface="DejaVu Sans"/>
                <a:cs typeface="DejaVu Sans"/>
              </a:rPr>
              <a:t> </a:t>
            </a:r>
            <a:r>
              <a:rPr sz="1500" b="1">
                <a:solidFill>
                  <a:srgbClr val="0E1420"/>
                </a:solidFill>
                <a:latin typeface="DejaVu Sans"/>
                <a:ea typeface="DejaVu Sans"/>
                <a:cs typeface="DejaVu Sans"/>
              </a:rPr>
              <a:t>компаниясы</a:t>
            </a:r>
            <a:r>
              <a:rPr sz="1500" b="1">
                <a:solidFill>
                  <a:srgbClr val="0E1420"/>
                </a:solidFill>
                <a:latin typeface="DejaVu Sans"/>
                <a:ea typeface="DejaVu Sans"/>
                <a:cs typeface="DejaVu Sans"/>
              </a:rPr>
              <a:t> </a:t>
            </a:r>
            <a:r>
              <a:rPr sz="1500" b="1">
                <a:solidFill>
                  <a:srgbClr val="0E1420"/>
                </a:solidFill>
                <a:latin typeface="DejaVu Sans"/>
                <a:ea typeface="DejaVu Sans"/>
                <a:cs typeface="DejaVu Sans"/>
              </a:rPr>
              <a:t>парағынан</a:t>
            </a:r>
            <a:r>
              <a:rPr sz="1500" b="1">
                <a:solidFill>
                  <a:srgbClr val="0E1420"/>
                </a:solidFill>
                <a:latin typeface="DejaVu Sans"/>
                <a:ea typeface="DejaVu Sans"/>
                <a:cs typeface="DejaVu Sans"/>
              </a:rPr>
              <a:t> </a:t>
            </a:r>
            <a:r>
              <a:rPr sz="1500" b="1">
                <a:solidFill>
                  <a:srgbClr val="0E1420"/>
                </a:solidFill>
                <a:latin typeface="DejaVu Sans"/>
                <a:ea typeface="DejaVu Sans"/>
                <a:cs typeface="DejaVu Sans"/>
              </a:rPr>
              <a:t>қайта</a:t>
            </a:r>
            <a:r>
              <a:rPr sz="1500" b="1">
                <a:solidFill>
                  <a:srgbClr val="0E1420"/>
                </a:solidFill>
                <a:latin typeface="DejaVu Sans"/>
                <a:ea typeface="DejaVu Sans"/>
                <a:cs typeface="DejaVu Sans"/>
              </a:rPr>
              <a:t> </a:t>
            </a:r>
            <a:r>
              <a:rPr sz="1500" b="1">
                <a:solidFill>
                  <a:srgbClr val="0E1420"/>
                </a:solidFill>
                <a:latin typeface="DejaVu Sans"/>
                <a:ea typeface="DejaVu Sans"/>
                <a:cs typeface="DejaVu Sans"/>
              </a:rPr>
              <a:t>тексеріңіз</a:t>
            </a:r>
            <a:r>
              <a:rPr sz="1500" b="1">
                <a:solidFill>
                  <a:srgbClr val="0E1420"/>
                </a:solidFill>
                <a:latin typeface="DejaVu Sans"/>
                <a:ea typeface="DejaVu Sans"/>
                <a:cs typeface="DejaVu Sans"/>
              </a:rPr>
              <a:t>.</a:t>
            </a:r>
          </a:p>
        </p:txBody>
      </p:sp>
      <p:sp>
        <p:nvSpPr>
          <p:cNvPr id="4" name="Прямоугольник 3">
            <a:extLst xmlns:a="http://schemas.openxmlformats.org/drawingml/2006/main">
              <a:ext uri="{FF2B5EF4-FFF2-40B4-BE49-F238E27FC236}">
                <a16:creationId xmlns:a16="http://schemas.microsoft.com/office/drawing/2014/main" id="{629AE9DF-7828-4FE7-8454-3A71699E80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9850"/>
            <a:ext cx="476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5679" lnSpcReduction="1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900" b="0">
                <a:solidFill>
                  <a:srgbClr val="59616E"/>
                </a:solidFill>
                <a:latin typeface="DejaVu Sans"/>
                <a:ea typeface="DejaVu Sans"/>
                <a:cs typeface="DejaVu Sans"/>
              </a:defRPr>
            </a:pPr>
            <a:r>
              <a:rPr sz="900" b="0">
                <a:solidFill>
                  <a:srgbClr val="59616E"/>
                </a:solidFill>
                <a:latin typeface="DejaVu Sans"/>
                <a:ea typeface="DejaVu Sans"/>
                <a:cs typeface="DejaVu Sans"/>
              </a:rPr>
              <a:t>22</a:t>
            </a:r>
          </a:p>
        </p:txBody>
      </p:sp>
      <p:pic>
        <p:nvPicPr>
          <p:cNvPr id="11" name="Рисунок 6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1cdac7907004f8f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596734" y="1170967"/>
            <a:ext cx="7772400" cy="4467833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55577193"/>
      </p:ext>
    </p:extLst>
  </p:cSld>
</p:sld>
</file>

<file path=ppt/slides/slide23.xml><?xml version="1.0" encoding="utf-8"?>
<p:sld xmlns:p="http://schemas.openxmlformats.org/presentationml/2006/main">
  <p:cSld>
    <p:bg>
      <p:bgPr>
        <a:solidFill xmlns:a="http://schemas.openxmlformats.org/drawingml/2006/main">
          <a:srgbClr val="F7F7F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Прямоугольник 5">
            <a:extLst xmlns:a="http://schemas.openxmlformats.org/drawingml/2006/main">
              <a:ext uri="{FF2B5EF4-FFF2-40B4-BE49-F238E27FC236}">
                <a16:creationId xmlns:a16="http://schemas.microsoft.com/office/drawing/2014/main" id="{3CB4FE26-B241-4305-9183-07E65480EF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28600"/>
            <a:ext cx="3810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9808" lnSpcReduction="1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59616E"/>
                </a:solidFill>
                <a:latin typeface="DejaVu Sans"/>
                <a:ea typeface="DejaVu Sans"/>
                <a:cs typeface="DejaVu Sans"/>
              </a:defRPr>
            </a:pPr>
            <a:r>
              <a:rPr sz="975" b="1">
                <a:solidFill>
                  <a:srgbClr val="59616E"/>
                </a:solidFill>
                <a:latin typeface="DejaVu Sans"/>
                <a:ea typeface="DejaVu Sans"/>
                <a:cs typeface="DejaVu Sans"/>
              </a:rPr>
              <a:t>3. PERPLEXITY</a:t>
            </a:r>
          </a:p>
        </p:txBody>
      </p:sp>
      <p:sp>
        <p:nvSpPr>
          <p:cNvPr id="2" name="Прямоугольник 1">
            <a:extLst xmlns:a="http://schemas.openxmlformats.org/drawingml/2006/main">
              <a:ext uri="{FF2B5EF4-FFF2-40B4-BE49-F238E27FC236}">
                <a16:creationId xmlns:a16="http://schemas.microsoft.com/office/drawing/2014/main" id="{3AD4FACB-259E-4A87-92FD-7D6D31620E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552450"/>
            <a:ext cx="107632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E1420"/>
                </a:solidFill>
                <a:latin typeface="DejaVu Sans"/>
                <a:ea typeface="DejaVu Sans"/>
                <a:cs typeface="DejaVu Sans"/>
              </a:defRPr>
            </a:pPr>
            <a:r>
              <a:rPr sz="2550" b="1">
                <a:solidFill>
                  <a:srgbClr val="0E1420"/>
                </a:solidFill>
                <a:latin typeface="DejaVu Sans"/>
                <a:ea typeface="DejaVu Sans"/>
                <a:cs typeface="DejaVu Sans"/>
              </a:rPr>
              <a:t>Perplexity: дереккөзді тексеру</a:t>
            </a:r>
          </a:p>
        </p:txBody>
      </p:sp>
      <p:graphicFrame>
        <p:nvGraphicFramePr>
          <p:cNvPr id="10" name="Таблица 7"/>
          <p:cNvGraphicFramePr/>
          <p:nvPr/>
        </p:nvGraphicFramePr>
        <p:xfrm>
          <a:off xmlns:a="http://schemas.openxmlformats.org/drawingml/2006/main" x="704850" y="1476375"/>
          <a:ext xmlns:a="http://schemas.openxmlformats.org/drawingml/2006/main" cx="10763250" cy="371475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2857500"/>
                <a:gridCol w="7905750"/>
              </a:tblGrid>
              <a:tr h="619125">
                <a:tc>
                  <a:txBody>
                    <a:bodyPr/>
                    <a:lstStyle/>
                    <a:p>
                      <a:r>
                        <a:rPr sz="1125" b="1">
                          <a:solidFill>
                            <a:srgbClr val="0E1420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Тексеру</a:t>
                      </a:r>
                    </a:p>
                  </a:txBody>
                  <a:tcPr marL="91440" marR="91440" marT="45720" marB="45720">
                    <a:solidFill>
                      <a:srgbClr val="B8F23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25" b="1">
                          <a:solidFill>
                            <a:srgbClr val="0E1420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Қойылатын сұрақ</a:t>
                      </a:r>
                    </a:p>
                  </a:txBody>
                  <a:tcPr marL="91440" marR="91440" marT="45720" marB="45720">
                    <a:solidFill>
                      <a:srgbClr val="B8F238"/>
                    </a:solidFill>
                  </a:tcPr>
                </a:tc>
              </a:tr>
              <a:tr h="619125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0E1420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Сайт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0E1420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Бұл ресми әуе компаниясының сайты ма?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619125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0E1420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Күн</a:t>
                      </a:r>
                    </a:p>
                  </a:txBody>
                  <a:tcPr marL="91440" marR="91440" marT="45720" marB="45720">
                    <a:solidFill>
                      <a:srgbClr val="EDF2E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0E1420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Ереже қашан жаңартылған?</a:t>
                      </a:r>
                    </a:p>
                  </a:txBody>
                  <a:tcPr marL="91440" marR="91440" marT="45720" marB="45720">
                    <a:solidFill>
                      <a:srgbClr val="EDF2E3"/>
                    </a:solidFill>
                  </a:tcPr>
                </a:tc>
              </a:tr>
              <a:tr h="619125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0E1420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Тариф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0E1420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Эконом класына және қажетті тарифке қатысты ма?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619125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0E1420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Өлшем</a:t>
                      </a:r>
                    </a:p>
                  </a:txBody>
                  <a:tcPr marL="91440" marR="91440" marT="45720" marB="45720">
                    <a:solidFill>
                      <a:srgbClr val="EDF2E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0E1420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Салмақ, өлшем және орын саны толық көрсетілген бе?</a:t>
                      </a:r>
                    </a:p>
                  </a:txBody>
                  <a:tcPr marL="91440" marR="91440" marT="45720" marB="45720">
                    <a:solidFill>
                      <a:srgbClr val="EDF2E3"/>
                    </a:solidFill>
                  </a:tcPr>
                </a:tc>
              </a:tr>
              <a:tr h="619125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0E1420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Қайшылық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0E1420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Басқа ресми бетте өзгеше ереже бар ма?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Прямоугольник 3">
            <a:extLst xmlns:a="http://schemas.openxmlformats.org/drawingml/2006/main">
              <a:ext uri="{FF2B5EF4-FFF2-40B4-BE49-F238E27FC236}">
                <a16:creationId xmlns:a16="http://schemas.microsoft.com/office/drawing/2014/main" id="{0477EAEF-A0BD-48FD-B70E-215045E418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5572125"/>
            <a:ext cx="107632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500" b="1">
                <a:solidFill>
                  <a:srgbClr val="8FCF25"/>
                </a:solidFill>
                <a:latin typeface="DejaVu Sans"/>
                <a:ea typeface="DejaVu Sans"/>
                <a:cs typeface="DejaVu Sans"/>
              </a:defRPr>
            </a:pPr>
            <a:r>
              <a:rPr sz="1500" b="1">
                <a:solidFill>
                  <a:srgbClr val="8FCF25"/>
                </a:solidFill>
                <a:latin typeface="DejaVu Sans"/>
                <a:ea typeface="DejaVu Sans"/>
                <a:cs typeface="DejaVu Sans"/>
              </a:rPr>
              <a:t>Сатып алудан бұрын билеттің нақты тариф шартын қайта қараймыз.</a:t>
            </a:r>
          </a:p>
        </p:txBody>
      </p:sp>
      <p:sp>
        <p:nvSpPr>
          <p:cNvPr id="5" name="Прямоугольник 4">
            <a:extLst xmlns:a="http://schemas.openxmlformats.org/drawingml/2006/main">
              <a:ext uri="{FF2B5EF4-FFF2-40B4-BE49-F238E27FC236}">
                <a16:creationId xmlns:a16="http://schemas.microsoft.com/office/drawing/2014/main" id="{D80F09A7-7AE9-4D0F-9ACB-107D1FBDE9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9850"/>
            <a:ext cx="476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5679" lnSpcReduction="1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900" b="0">
                <a:solidFill>
                  <a:srgbClr val="59616E"/>
                </a:solidFill>
                <a:latin typeface="DejaVu Sans"/>
                <a:ea typeface="DejaVu Sans"/>
                <a:cs typeface="DejaVu Sans"/>
              </a:defRPr>
            </a:pPr>
            <a:r>
              <a:rPr sz="900" b="0">
                <a:solidFill>
                  <a:srgbClr val="59616E"/>
                </a:solidFill>
                <a:latin typeface="DejaVu Sans"/>
                <a:ea typeface="DejaVu Sans"/>
                <a:cs typeface="DejaVu Sans"/>
              </a:rPr>
              <a:t>23</a:t>
            </a:r>
          </a:p>
        </p:txBody>
      </p:sp>
    </p:spTree>
    <p:extLst>
      <p:ext uri="{BB962C8B-B14F-4D97-AF65-F5344CB8AC3E}">
        <p14:creationId xmlns:p14="http://schemas.microsoft.com/office/powerpoint/2010/main" val="1125784569"/>
      </p:ext>
    </p:extLst>
  </p:cSld>
</p:sld>
</file>

<file path=ppt/slides/slide24.xml><?xml version="1.0" encoding="utf-8"?>
<p:sld xmlns:p="http://schemas.openxmlformats.org/presentationml/2006/main">
  <p:cSld>
    <p:bg>
      <p:bgPr>
        <a:solidFill xmlns:a="http://schemas.openxmlformats.org/drawingml/2006/main">
          <a:srgbClr val="F7F7F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Прямоугольник 13">
            <a:extLst xmlns:a="http://schemas.openxmlformats.org/drawingml/2006/main">
              <a:ext uri="{FF2B5EF4-FFF2-40B4-BE49-F238E27FC236}">
                <a16:creationId xmlns:a16="http://schemas.microsoft.com/office/drawing/2014/main" id="{F6F21D4F-AA1A-4AB6-9BFB-1A8B4F9D45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28600"/>
            <a:ext cx="3810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9808" lnSpcReduction="1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59616E"/>
                </a:solidFill>
                <a:latin typeface="DejaVu Sans"/>
                <a:ea typeface="DejaVu Sans"/>
                <a:cs typeface="DejaVu Sans"/>
              </a:defRPr>
            </a:pPr>
            <a:r>
              <a:rPr sz="975" b="1">
                <a:solidFill>
                  <a:srgbClr val="59616E"/>
                </a:solidFill>
                <a:latin typeface="DejaVu Sans"/>
                <a:ea typeface="DejaVu Sans"/>
                <a:cs typeface="DejaVu Sans"/>
              </a:rPr>
              <a:t>4. GROK</a:t>
            </a:r>
          </a:p>
        </p:txBody>
      </p:sp>
      <p:sp>
        <p:nvSpPr>
          <p:cNvPr id="2" name="Прямоугольник 1">
            <a:extLst xmlns:a="http://schemas.openxmlformats.org/drawingml/2006/main">
              <a:ext uri="{FF2B5EF4-FFF2-40B4-BE49-F238E27FC236}">
                <a16:creationId xmlns:a16="http://schemas.microsoft.com/office/drawing/2014/main" id="{FDBD1D26-9D37-4807-96DA-E0A8629352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552450"/>
            <a:ext cx="107632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E1420"/>
                </a:solidFill>
                <a:latin typeface="DejaVu Sans"/>
                <a:ea typeface="DejaVu Sans"/>
                <a:cs typeface="DejaVu Sans"/>
              </a:defRPr>
            </a:pPr>
            <a:r>
              <a:rPr sz="2550" b="1">
                <a:solidFill>
                  <a:srgbClr val="0E1420"/>
                </a:solidFill>
                <a:latin typeface="DejaVu Sans"/>
                <a:ea typeface="DejaVu Sans"/>
                <a:cs typeface="DejaVu Sans"/>
              </a:rPr>
              <a:t>Grok не үшін қолданылады?</a:t>
            </a:r>
          </a:p>
        </p:txBody>
      </p:sp>
      <p:sp>
        <p:nvSpPr>
          <p:cNvPr id="3" name="Прямоугольник 2">
            <a:extLst xmlns:a="http://schemas.openxmlformats.org/drawingml/2006/main">
              <a:ext uri="{FF2B5EF4-FFF2-40B4-BE49-F238E27FC236}">
                <a16:creationId xmlns:a16="http://schemas.microsoft.com/office/drawing/2014/main" id="{44B7CFD6-AB60-4EE3-A3C8-81BD908739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381125"/>
            <a:ext cx="1076325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 b="1">
                <a:solidFill>
                  <a:srgbClr val="0E1420"/>
                </a:solidFill>
                <a:latin typeface="DejaVu Sans"/>
                <a:ea typeface="DejaVu Sans"/>
                <a:cs typeface="DejaVu Sans"/>
              </a:defRPr>
            </a:pPr>
            <a:r>
              <a:rPr sz="2100" b="1">
                <a:solidFill>
                  <a:srgbClr val="0E1420"/>
                </a:solidFill>
                <a:latin typeface="DejaVu Sans"/>
                <a:ea typeface="DejaVu Sans"/>
                <a:cs typeface="DejaVu Sans"/>
              </a:rPr>
              <a:t>Grok сұраққа жауап беру, идеяны талқылау және рөлдік диалог жүргізу үшін қолданылуы мүмкін.</a:t>
            </a:r>
          </a:p>
        </p:txBody>
      </p:sp>
      <p:sp>
        <p:nvSpPr>
          <p:cNvPr id="4" name="Прямоугольник 3">
            <a:extLst xmlns:a="http://schemas.openxmlformats.org/drawingml/2006/main">
              <a:ext uri="{FF2B5EF4-FFF2-40B4-BE49-F238E27FC236}">
                <a16:creationId xmlns:a16="http://schemas.microsoft.com/office/drawing/2014/main" id="{8FD5A353-0586-4218-8B2F-CDE15CFA4F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476500"/>
            <a:ext cx="2667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7011"/>
          </a:bodyPr>
          <a:lstStyle xmlns:a="http://schemas.openxmlformats.org/drawingml/2006/main"/>
          <a:p xmlns:a="http://schemas.openxmlformats.org/drawingml/2006/main">
            <a:pPr algn="l">
              <a:buNone/>
              <a:defRPr sz="1725" b="1">
                <a:solidFill>
                  <a:srgbClr val="8FCF25"/>
                </a:solidFill>
                <a:latin typeface="DejaVu Sans"/>
                <a:ea typeface="DejaVu Sans"/>
                <a:cs typeface="DejaVu Sans"/>
              </a:defRPr>
            </a:pPr>
            <a:r>
              <a:rPr sz="1725" b="1">
                <a:solidFill>
                  <a:srgbClr val="8FCF25"/>
                </a:solidFill>
                <a:latin typeface="DejaVu Sans"/>
                <a:ea typeface="DejaVu Sans"/>
                <a:cs typeface="DejaVu Sans"/>
              </a:rPr>
              <a:t>•</a:t>
            </a:r>
          </a:p>
        </p:txBody>
      </p:sp>
      <p:sp>
        <p:nvSpPr>
          <p:cNvPr id="5" name="Прямоугольник 4">
            <a:extLst xmlns:a="http://schemas.openxmlformats.org/drawingml/2006/main">
              <a:ext uri="{FF2B5EF4-FFF2-40B4-BE49-F238E27FC236}">
                <a16:creationId xmlns:a16="http://schemas.microsoft.com/office/drawing/2014/main" id="{B5B88FDA-F7B6-4D53-A210-47BD98A85A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2476500"/>
            <a:ext cx="992505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725" b="0">
                <a:solidFill>
                  <a:srgbClr val="0E1420"/>
                </a:solidFill>
                <a:latin typeface="DejaVu Sans"/>
                <a:ea typeface="DejaVu Sans"/>
                <a:cs typeface="DejaVu Sans"/>
              </a:defRPr>
            </a:pPr>
            <a:r>
              <a:rPr sz="1725" b="0">
                <a:solidFill>
                  <a:srgbClr val="0E1420"/>
                </a:solidFill>
                <a:latin typeface="DejaVu Sans"/>
                <a:ea typeface="DejaVu Sans"/>
                <a:cs typeface="DejaVu Sans"/>
              </a:rPr>
              <a:t>Басымдықтарды келісу диалогын жаттықтыру</a:t>
            </a:r>
          </a:p>
        </p:txBody>
      </p:sp>
      <p:sp>
        <p:nvSpPr>
          <p:cNvPr id="6" name="Прямоугольник 5">
            <a:extLst xmlns:a="http://schemas.openxmlformats.org/drawingml/2006/main">
              <a:ext uri="{FF2B5EF4-FFF2-40B4-BE49-F238E27FC236}">
                <a16:creationId xmlns:a16="http://schemas.microsoft.com/office/drawing/2014/main" id="{04F684B1-A63F-42D6-80EF-1EA8E47A12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095625"/>
            <a:ext cx="2667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7011"/>
          </a:bodyPr>
          <a:lstStyle xmlns:a="http://schemas.openxmlformats.org/drawingml/2006/main"/>
          <a:p xmlns:a="http://schemas.openxmlformats.org/drawingml/2006/main">
            <a:pPr algn="l">
              <a:buNone/>
              <a:defRPr sz="1725" b="1">
                <a:solidFill>
                  <a:srgbClr val="8FCF25"/>
                </a:solidFill>
                <a:latin typeface="DejaVu Sans"/>
                <a:ea typeface="DejaVu Sans"/>
                <a:cs typeface="DejaVu Sans"/>
              </a:defRPr>
            </a:pPr>
            <a:r>
              <a:rPr sz="1725" b="1">
                <a:solidFill>
                  <a:srgbClr val="8FCF25"/>
                </a:solidFill>
                <a:latin typeface="DejaVu Sans"/>
                <a:ea typeface="DejaVu Sans"/>
                <a:cs typeface="DejaVu Sans"/>
              </a:rPr>
              <a:t>•</a:t>
            </a:r>
          </a:p>
        </p:txBody>
      </p:sp>
      <p:sp>
        <p:nvSpPr>
          <p:cNvPr id="7" name="Прямоугольник 6">
            <a:extLst xmlns:a="http://schemas.openxmlformats.org/drawingml/2006/main">
              <a:ext uri="{FF2B5EF4-FFF2-40B4-BE49-F238E27FC236}">
                <a16:creationId xmlns:a16="http://schemas.microsoft.com/office/drawing/2014/main" id="{553D4216-6932-40E0-AB44-845F2838B8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3095625"/>
            <a:ext cx="992505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725" b="0">
                <a:solidFill>
                  <a:srgbClr val="0E1420"/>
                </a:solidFill>
                <a:latin typeface="DejaVu Sans"/>
                <a:ea typeface="DejaVu Sans"/>
                <a:cs typeface="DejaVu Sans"/>
              </a:defRPr>
            </a:pPr>
            <a:r>
              <a:rPr sz="1725" b="0">
                <a:solidFill>
                  <a:srgbClr val="0E1420"/>
                </a:solidFill>
                <a:latin typeface="DejaVu Sans"/>
                <a:ea typeface="DejaVu Sans"/>
                <a:cs typeface="DejaVu Sans"/>
              </a:rPr>
              <a:t>Күрделі әңгіменің қысқа нұсқасын дайындау</a:t>
            </a:r>
          </a:p>
        </p:txBody>
      </p:sp>
      <p:sp>
        <p:nvSpPr>
          <p:cNvPr id="8" name="Прямоугольник 7">
            <a:extLst xmlns:a="http://schemas.openxmlformats.org/drawingml/2006/main">
              <a:ext uri="{FF2B5EF4-FFF2-40B4-BE49-F238E27FC236}">
                <a16:creationId xmlns:a16="http://schemas.microsoft.com/office/drawing/2014/main" id="{7D21D4B1-B0FE-46BE-B65A-CC86354CD7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714750"/>
            <a:ext cx="2667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7011"/>
          </a:bodyPr>
          <a:lstStyle xmlns:a="http://schemas.openxmlformats.org/drawingml/2006/main"/>
          <a:p xmlns:a="http://schemas.openxmlformats.org/drawingml/2006/main">
            <a:pPr algn="l">
              <a:buNone/>
              <a:defRPr sz="1725" b="1">
                <a:solidFill>
                  <a:srgbClr val="8FCF25"/>
                </a:solidFill>
                <a:latin typeface="DejaVu Sans"/>
                <a:ea typeface="DejaVu Sans"/>
                <a:cs typeface="DejaVu Sans"/>
              </a:defRPr>
            </a:pPr>
            <a:r>
              <a:rPr sz="1725" b="1">
                <a:solidFill>
                  <a:srgbClr val="8FCF25"/>
                </a:solidFill>
                <a:latin typeface="DejaVu Sans"/>
                <a:ea typeface="DejaVu Sans"/>
                <a:cs typeface="DejaVu Sans"/>
              </a:rPr>
              <a:t>•</a:t>
            </a:r>
          </a:p>
        </p:txBody>
      </p:sp>
      <p:sp>
        <p:nvSpPr>
          <p:cNvPr id="9" name="Прямоугольник 8">
            <a:extLst xmlns:a="http://schemas.openxmlformats.org/drawingml/2006/main">
              <a:ext uri="{FF2B5EF4-FFF2-40B4-BE49-F238E27FC236}">
                <a16:creationId xmlns:a16="http://schemas.microsoft.com/office/drawing/2014/main" id="{D656DE22-9153-4C42-8456-5616A8A891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3714750"/>
            <a:ext cx="992505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725" b="0">
                <a:solidFill>
                  <a:srgbClr val="0E1420"/>
                </a:solidFill>
                <a:latin typeface="DejaVu Sans"/>
                <a:ea typeface="DejaVu Sans"/>
                <a:cs typeface="DejaVu Sans"/>
              </a:defRPr>
            </a:pPr>
            <a:r>
              <a:rPr sz="1725" b="0">
                <a:solidFill>
                  <a:srgbClr val="0E1420"/>
                </a:solidFill>
                <a:latin typeface="DejaVu Sans"/>
                <a:ea typeface="DejaVu Sans"/>
                <a:cs typeface="DejaVu Sans"/>
              </a:rPr>
              <a:t>Жоспарды өзгерген жағдайға бейімдеу</a:t>
            </a:r>
          </a:p>
        </p:txBody>
      </p:sp>
      <p:sp>
        <p:nvSpPr>
          <p:cNvPr id="10" name="Прямоугольник 9">
            <a:extLst xmlns:a="http://schemas.openxmlformats.org/drawingml/2006/main">
              <a:ext uri="{FF2B5EF4-FFF2-40B4-BE49-F238E27FC236}">
                <a16:creationId xmlns:a16="http://schemas.microsoft.com/office/drawing/2014/main" id="{754B2776-48C7-457C-A2C8-271730EAB4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333875"/>
            <a:ext cx="2667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7011"/>
          </a:bodyPr>
          <a:lstStyle xmlns:a="http://schemas.openxmlformats.org/drawingml/2006/main"/>
          <a:p xmlns:a="http://schemas.openxmlformats.org/drawingml/2006/main">
            <a:pPr algn="l">
              <a:buNone/>
              <a:defRPr sz="1725" b="1">
                <a:solidFill>
                  <a:srgbClr val="8FCF25"/>
                </a:solidFill>
                <a:latin typeface="DejaVu Sans"/>
                <a:ea typeface="DejaVu Sans"/>
                <a:cs typeface="DejaVu Sans"/>
              </a:defRPr>
            </a:pPr>
            <a:r>
              <a:rPr sz="1725" b="1">
                <a:solidFill>
                  <a:srgbClr val="8FCF25"/>
                </a:solidFill>
                <a:latin typeface="DejaVu Sans"/>
                <a:ea typeface="DejaVu Sans"/>
                <a:cs typeface="DejaVu Sans"/>
              </a:rPr>
              <a:t>•</a:t>
            </a:r>
          </a:p>
        </p:txBody>
      </p:sp>
      <p:sp>
        <p:nvSpPr>
          <p:cNvPr id="11" name="Прямоугольник 10">
            <a:extLst xmlns:a="http://schemas.openxmlformats.org/drawingml/2006/main">
              <a:ext uri="{FF2B5EF4-FFF2-40B4-BE49-F238E27FC236}">
                <a16:creationId xmlns:a16="http://schemas.microsoft.com/office/drawing/2014/main" id="{5E0A50B6-43B0-46D1-A1BE-1BB5136049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4333875"/>
            <a:ext cx="992505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725" b="0">
                <a:solidFill>
                  <a:srgbClr val="0E1420"/>
                </a:solidFill>
                <a:latin typeface="DejaVu Sans"/>
                <a:ea typeface="DejaVu Sans"/>
                <a:cs typeface="DejaVu Sans"/>
              </a:defRPr>
            </a:pPr>
            <a:r>
              <a:rPr sz="1725" b="0">
                <a:solidFill>
                  <a:srgbClr val="0E1420"/>
                </a:solidFill>
                <a:latin typeface="DejaVu Sans"/>
                <a:ea typeface="DejaVu Sans"/>
                <a:cs typeface="DejaVu Sans"/>
              </a:rPr>
              <a:t>Ашық веб пен X жазбаларындағы ақпаратты талқылау</a:t>
            </a:r>
          </a:p>
        </p:txBody>
      </p:sp>
      <p:sp>
        <p:nvSpPr>
          <p:cNvPr id="12" name="Прямоугольник 11">
            <a:extLst xmlns:a="http://schemas.openxmlformats.org/drawingml/2006/main">
              <a:ext uri="{FF2B5EF4-FFF2-40B4-BE49-F238E27FC236}">
                <a16:creationId xmlns:a16="http://schemas.microsoft.com/office/drawing/2014/main" id="{9E98E0B5-D43A-4CCD-AA43-6EE083625A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5476875"/>
            <a:ext cx="107632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575" b="1">
                <a:solidFill>
                  <a:srgbClr val="D94B4B"/>
                </a:solidFill>
                <a:latin typeface="DejaVu Sans"/>
                <a:ea typeface="DejaVu Sans"/>
                <a:cs typeface="DejaVu Sans"/>
              </a:defRPr>
            </a:pPr>
            <a:r>
              <a:rPr sz="1575" b="1">
                <a:solidFill>
                  <a:srgbClr val="D94B4B"/>
                </a:solidFill>
                <a:latin typeface="DejaVu Sans"/>
                <a:ea typeface="DejaVu Sans"/>
                <a:cs typeface="DejaVu Sans"/>
              </a:rPr>
              <a:t>Ашық жазбалардағы пікірді ресми дерек деп қабылдамаймыз.</a:t>
            </a:r>
          </a:p>
        </p:txBody>
      </p:sp>
      <p:sp>
        <p:nvSpPr>
          <p:cNvPr id="13" name="Прямоугольник 12">
            <a:extLst xmlns:a="http://schemas.openxmlformats.org/drawingml/2006/main">
              <a:ext uri="{FF2B5EF4-FFF2-40B4-BE49-F238E27FC236}">
                <a16:creationId xmlns:a16="http://schemas.microsoft.com/office/drawing/2014/main" id="{843044DA-430A-407F-8A4F-1F0A3FE9D3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9850"/>
            <a:ext cx="476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5679" lnSpcReduction="1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900" b="0">
                <a:solidFill>
                  <a:srgbClr val="59616E"/>
                </a:solidFill>
                <a:latin typeface="DejaVu Sans"/>
                <a:ea typeface="DejaVu Sans"/>
                <a:cs typeface="DejaVu Sans"/>
              </a:defRPr>
            </a:pPr>
            <a:r>
              <a:rPr sz="900" b="0">
                <a:solidFill>
                  <a:srgbClr val="59616E"/>
                </a:solidFill>
                <a:latin typeface="DejaVu Sans"/>
                <a:ea typeface="DejaVu Sans"/>
                <a:cs typeface="DejaVu Sans"/>
              </a:rPr>
              <a:t>24</a:t>
            </a:r>
          </a:p>
        </p:txBody>
      </p:sp>
    </p:spTree>
    <p:extLst>
      <p:ext uri="{BB962C8B-B14F-4D97-AF65-F5344CB8AC3E}">
        <p14:creationId xmlns:p14="http://schemas.microsoft.com/office/powerpoint/2010/main" val="1253158846"/>
      </p:ext>
    </p:extLst>
  </p:cSld>
</p:sld>
</file>

<file path=ppt/slides/slide25.xml><?xml version="1.0" encoding="utf-8"?>
<p:sld xmlns:p="http://schemas.openxmlformats.org/presentationml/2006/main">
  <p:cSld>
    <p:bg>
      <p:bgPr>
        <a:solidFill xmlns:a="http://schemas.openxmlformats.org/drawingml/2006/main">
          <a:srgbClr val="F7F7F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Прямоугольник 5">
            <a:extLst xmlns:a="http://schemas.openxmlformats.org/drawingml/2006/main">
              <a:ext uri="{FF2B5EF4-FFF2-40B4-BE49-F238E27FC236}">
                <a16:creationId xmlns:a16="http://schemas.microsoft.com/office/drawing/2014/main" id="{FB2EB725-A3ED-41F1-9D09-001926A137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28600"/>
            <a:ext cx="3810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9808" lnSpcReduction="1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59616E"/>
                </a:solidFill>
                <a:latin typeface="DejaVu Sans"/>
                <a:ea typeface="DejaVu Sans"/>
                <a:cs typeface="DejaVu Sans"/>
              </a:defRPr>
            </a:pPr>
            <a:r>
              <a:rPr sz="975" b="1">
                <a:solidFill>
                  <a:srgbClr val="59616E"/>
                </a:solidFill>
                <a:latin typeface="DejaVu Sans"/>
                <a:ea typeface="DejaVu Sans"/>
                <a:cs typeface="DejaVu Sans"/>
              </a:rPr>
              <a:t>4. GROK</a:t>
            </a:r>
          </a:p>
        </p:txBody>
      </p:sp>
      <p:sp>
        <p:nvSpPr>
          <p:cNvPr id="2" name="Прямоугольник 1">
            <a:extLst xmlns:a="http://schemas.openxmlformats.org/drawingml/2006/main">
              <a:ext uri="{FF2B5EF4-FFF2-40B4-BE49-F238E27FC236}">
                <a16:creationId xmlns:a16="http://schemas.microsoft.com/office/drawing/2014/main" id="{4CC5842D-5503-46DE-BEAE-D0B1890B16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552450"/>
            <a:ext cx="107632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E1420"/>
                </a:solidFill>
                <a:latin typeface="DejaVu Sans"/>
                <a:ea typeface="DejaVu Sans"/>
                <a:cs typeface="DejaVu Sans"/>
              </a:defRPr>
            </a:pPr>
            <a:r>
              <a:rPr sz="2550" b="1">
                <a:solidFill>
                  <a:srgbClr val="0E1420"/>
                </a:solidFill>
                <a:latin typeface="DejaVu Sans"/>
                <a:ea typeface="DejaVu Sans"/>
                <a:cs typeface="DejaVu Sans"/>
              </a:rPr>
              <a:t>Grok бастапқы экраны</a:t>
            </a:r>
          </a:p>
        </p:txBody>
      </p:sp>
      <p:pic>
        <p:nvPicPr>
          <p:cNvPr id="10" name="Рисунок 7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4c0584cf3c342a4"/>
          <a:stretch xmlns:a="http://schemas.openxmlformats.org/drawingml/2006/main"/>
        </p:blipFill>
        <p:spPr>
          <a:xfrm xmlns:a="http://schemas.openxmlformats.org/drawingml/2006/main">
            <a:off x="3035015" y="1285875"/>
            <a:ext cx="6102920" cy="4191000"/>
          </a:xfrm>
          <a:prstGeom xmlns:a="http://schemas.openxmlformats.org/drawingml/2006/main" prst="rect">
            <a:avLst/>
          </a:prstGeom>
        </p:spPr>
      </p:pic>
      <p:sp>
        <p:nvSpPr>
          <p:cNvPr id="4" name="Прямоугольник 3">
            <a:extLst xmlns:a="http://schemas.openxmlformats.org/drawingml/2006/main">
              <a:ext uri="{FF2B5EF4-FFF2-40B4-BE49-F238E27FC236}">
                <a16:creationId xmlns:a16="http://schemas.microsoft.com/office/drawing/2014/main" id="{219E40B9-42CD-4C80-A89D-852C324E7E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5667375"/>
            <a:ext cx="107632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75" b="0">
                <a:solidFill>
                  <a:srgbClr val="59616E"/>
                </a:solidFill>
                <a:latin typeface="DejaVu Sans"/>
                <a:ea typeface="DejaVu Sans"/>
                <a:cs typeface="DejaVu Sans"/>
              </a:defRPr>
            </a:pPr>
            <a:r>
              <a:rPr sz="1275" b="0">
                <a:solidFill>
                  <a:srgbClr val="59616E"/>
                </a:solidFill>
                <a:latin typeface="DejaVu Sans"/>
                <a:ea typeface="DejaVu Sans"/>
                <a:cs typeface="DejaVu Sans"/>
              </a:rPr>
              <a:t>Сұрақ енгізу өрісі ортасында орналасқан. Интерфейс уақыт өте өзгеруі мүмкін.</a:t>
            </a:r>
          </a:p>
        </p:txBody>
      </p:sp>
      <p:sp>
        <p:nvSpPr>
          <p:cNvPr id="5" name="Прямоугольник 4">
            <a:extLst xmlns:a="http://schemas.openxmlformats.org/drawingml/2006/main">
              <a:ext uri="{FF2B5EF4-FFF2-40B4-BE49-F238E27FC236}">
                <a16:creationId xmlns:a16="http://schemas.microsoft.com/office/drawing/2014/main" id="{B19E379C-38B6-46CC-8D5B-EA9878C290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9850"/>
            <a:ext cx="476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5679" lnSpcReduction="1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900" b="0">
                <a:solidFill>
                  <a:srgbClr val="59616E"/>
                </a:solidFill>
                <a:latin typeface="DejaVu Sans"/>
                <a:ea typeface="DejaVu Sans"/>
                <a:cs typeface="DejaVu Sans"/>
              </a:defRPr>
            </a:pPr>
            <a:r>
              <a:rPr sz="900" b="0">
                <a:solidFill>
                  <a:srgbClr val="59616E"/>
                </a:solidFill>
                <a:latin typeface="DejaVu Sans"/>
                <a:ea typeface="DejaVu Sans"/>
                <a:cs typeface="DejaVu Sans"/>
              </a:rPr>
              <a:t>25</a:t>
            </a:r>
          </a:p>
        </p:txBody>
      </p:sp>
    </p:spTree>
    <p:extLst>
      <p:ext uri="{BB962C8B-B14F-4D97-AF65-F5344CB8AC3E}">
        <p14:creationId xmlns:p14="http://schemas.microsoft.com/office/powerpoint/2010/main" val="32713232"/>
      </p:ext>
    </p:extLst>
  </p:cSld>
</p:sld>
</file>

<file path=ppt/slides/slide26.xml><?xml version="1.0" encoding="utf-8"?>
<p:sld xmlns:p="http://schemas.openxmlformats.org/presentationml/2006/main">
  <p:cSld>
    <p:bg>
      <p:bgPr>
        <a:solidFill xmlns:a="http://schemas.openxmlformats.org/drawingml/2006/main">
          <a:srgbClr val="F7F7F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Прямоугольник 8">
            <a:extLst xmlns:a="http://schemas.openxmlformats.org/drawingml/2006/main">
              <a:ext uri="{FF2B5EF4-FFF2-40B4-BE49-F238E27FC236}">
                <a16:creationId xmlns:a16="http://schemas.microsoft.com/office/drawing/2014/main" id="{772B8D22-0A07-4BDA-B38D-BD2225B9B3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28600"/>
            <a:ext cx="3810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9808" lnSpcReduction="1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59616E"/>
                </a:solidFill>
                <a:latin typeface="DejaVu Sans"/>
                <a:ea typeface="DejaVu Sans"/>
                <a:cs typeface="DejaVu Sans"/>
              </a:defRPr>
            </a:pPr>
            <a:r>
              <a:rPr sz="975" b="1">
                <a:solidFill>
                  <a:srgbClr val="59616E"/>
                </a:solidFill>
                <a:latin typeface="DejaVu Sans"/>
                <a:ea typeface="DejaVu Sans"/>
                <a:cs typeface="DejaVu Sans"/>
              </a:rPr>
              <a:t>ПРАКТИКА</a:t>
            </a:r>
          </a:p>
        </p:txBody>
      </p:sp>
      <p:sp>
        <p:nvSpPr>
          <p:cNvPr id="2" name="Прямоугольник 1">
            <a:extLst xmlns:a="http://schemas.openxmlformats.org/drawingml/2006/main">
              <a:ext uri="{FF2B5EF4-FFF2-40B4-BE49-F238E27FC236}">
                <a16:creationId xmlns:a16="http://schemas.microsoft.com/office/drawing/2014/main" id="{8FB61E2E-091D-4BAE-8313-FC30235B84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552450"/>
            <a:ext cx="107632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E1420"/>
                </a:solidFill>
                <a:latin typeface="DejaVu Sans"/>
                <a:ea typeface="DejaVu Sans"/>
                <a:cs typeface="DejaVu Sans"/>
              </a:defRPr>
            </a:pPr>
            <a:r>
              <a:rPr sz="2550" b="1">
                <a:solidFill>
                  <a:srgbClr val="0E1420"/>
                </a:solidFill>
                <a:latin typeface="DejaVu Sans"/>
                <a:ea typeface="DejaVu Sans"/>
                <a:cs typeface="DejaVu Sans"/>
              </a:rPr>
              <a:t>Grok: басымдықтарды келісу</a:t>
            </a:r>
          </a:p>
        </p:txBody>
      </p:sp>
      <p:sp>
        <p:nvSpPr>
          <p:cNvPr id="3" name="Прямоугольник 2">
            <a:extLst xmlns:a="http://schemas.openxmlformats.org/drawingml/2006/main">
              <a:ext uri="{FF2B5EF4-FFF2-40B4-BE49-F238E27FC236}">
                <a16:creationId xmlns:a16="http://schemas.microsoft.com/office/drawing/2014/main" id="{CEBACB2E-6228-40F8-BB24-DFD715A31D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257300"/>
            <a:ext cx="10763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59616E"/>
                </a:solidFill>
                <a:latin typeface="DejaVu Sans"/>
                <a:ea typeface="DejaVu Sans"/>
                <a:cs typeface="DejaVu Sans"/>
              </a:defRPr>
            </a:pPr>
            <a:r>
              <a:rPr sz="1350" b="0">
                <a:solidFill>
                  <a:srgbClr val="59616E"/>
                </a:solidFill>
                <a:latin typeface="DejaVu Sans"/>
                <a:ea typeface="DejaVu Sans"/>
                <a:cs typeface="DejaVu Sans"/>
              </a:rPr>
              <a:t>12 сағат жұмысқа 8 сағат қана бар</a:t>
            </a:r>
          </a:p>
        </p:txBody>
      </p:sp>
      <p:sp>
        <p:nvSpPr>
          <p:cNvPr id="4" name="Скругленный прямоугольник 3">
            <a:extLst xmlns:a="http://schemas.openxmlformats.org/drawingml/2006/main">
              <a:ext uri="{FF2B5EF4-FFF2-40B4-BE49-F238E27FC236}">
                <a16:creationId xmlns:a16="http://schemas.microsoft.com/office/drawing/2014/main" id="{2DFC58F8-6AE6-4CFC-BFBA-E2FF6C5D5C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809750"/>
            <a:ext cx="10763250" cy="3048000"/>
          </a:xfrm>
          <a:prstGeom xmlns:a="http://schemas.openxmlformats.org/drawingml/2006/main" prst="roundRect">
            <a:avLst>
              <a:gd name="adj" fmla="val 5625"/>
            </a:avLst>
          </a:prstGeom>
          <a:solidFill xmlns:a="http://schemas.openxmlformats.org/drawingml/2006/main">
            <a:srgbClr val="0E1420"/>
          </a:solidFill>
          <a:ln xmlns:a="http://schemas.openxmlformats.org/drawingml/2006/main" w="9525">
            <a:solidFill>
              <a:srgbClr val="0E142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5" name="Прямоугольник 4">
            <a:extLst xmlns:a="http://schemas.openxmlformats.org/drawingml/2006/main">
              <a:ext uri="{FF2B5EF4-FFF2-40B4-BE49-F238E27FC236}">
                <a16:creationId xmlns:a16="http://schemas.microsoft.com/office/drawing/2014/main" id="{37108020-EF26-425D-878A-70F709BB0D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2038350"/>
            <a:ext cx="1238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B8F238"/>
                </a:solidFill>
                <a:latin typeface="DejaVu Sans"/>
                <a:ea typeface="DejaVu Sans"/>
                <a:cs typeface="DejaVu Sans"/>
              </a:defRPr>
            </a:pPr>
            <a:r>
              <a:rPr sz="1050" b="1">
                <a:solidFill>
                  <a:srgbClr val="B8F238"/>
                </a:solidFill>
                <a:latin typeface="DejaVu Sans"/>
                <a:ea typeface="DejaVu Sans"/>
                <a:cs typeface="DejaVu Sans"/>
              </a:rPr>
              <a:t>СҰРАУ</a:t>
            </a:r>
          </a:p>
        </p:txBody>
      </p:sp>
      <p:sp>
        <p:nvSpPr>
          <p:cNvPr id="6" name="Прямоугольник 5">
            <a:extLst xmlns:a="http://schemas.openxmlformats.org/drawingml/2006/main">
              <a:ext uri="{FF2B5EF4-FFF2-40B4-BE49-F238E27FC236}">
                <a16:creationId xmlns:a16="http://schemas.microsoft.com/office/drawing/2014/main" id="{24430F77-BC51-40AA-92AF-4A87885D6E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2400300"/>
            <a:ext cx="10287000" cy="2095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875" b="0">
                <a:solidFill>
                  <a:srgbClr val="FFFFFF"/>
                </a:solidFill>
                <a:latin typeface="DejaVu Sans"/>
                <a:ea typeface="DejaVu Sans"/>
                <a:cs typeface="DejaVu Sans"/>
              </a:defRPr>
            </a:pPr>
            <a:r>
              <a:rPr sz="1875" b="0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Сен</a:t>
            </a:r>
            <a:r>
              <a:rPr sz="1875" b="0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 </a:t>
            </a:r>
            <a:r>
              <a:rPr sz="1875" b="0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басшысың</a:t>
            </a:r>
            <a:r>
              <a:rPr sz="1875" b="0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, </a:t>
            </a:r>
            <a:r>
              <a:rPr sz="1875" b="0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мен</a:t>
            </a:r>
            <a:r>
              <a:rPr sz="1875" b="0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 </a:t>
            </a:r>
            <a:r>
              <a:rPr sz="1875" b="0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қызметкермін</a:t>
            </a:r>
            <a:r>
              <a:rPr sz="1875" b="0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. </a:t>
            </a:r>
            <a:r>
              <a:rPr sz="1875" b="0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Есепке</a:t>
            </a:r>
            <a:r>
              <a:rPr sz="1875" b="0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 5 </a:t>
            </a:r>
            <a:r>
              <a:rPr sz="1875" b="0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сағат</a:t>
            </a:r>
            <a:r>
              <a:rPr sz="1875" b="0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, </a:t>
            </a:r>
            <a:r>
              <a:rPr sz="1875" b="0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өтінімдерді</a:t>
            </a:r>
            <a:r>
              <a:rPr sz="1875" b="0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 </a:t>
            </a:r>
            <a:r>
              <a:rPr sz="1875" b="0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салыстыруға</a:t>
            </a:r>
            <a:r>
              <a:rPr sz="1875" b="0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 4 </a:t>
            </a:r>
            <a:r>
              <a:rPr sz="1875" b="0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сағат</a:t>
            </a:r>
            <a:r>
              <a:rPr sz="1875" b="0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, </a:t>
            </a:r>
            <a:r>
              <a:rPr sz="1875" b="0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хаттарға</a:t>
            </a:r>
            <a:r>
              <a:rPr sz="1875" b="0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 3 </a:t>
            </a:r>
            <a:r>
              <a:rPr sz="1875" b="0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сағат</a:t>
            </a:r>
            <a:r>
              <a:rPr sz="1875" b="0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 </a:t>
            </a:r>
            <a:r>
              <a:rPr sz="1875" b="0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керек</a:t>
            </a:r>
            <a:r>
              <a:rPr sz="1875" b="0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. </a:t>
            </a:r>
            <a:r>
              <a:rPr sz="1875" b="0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Жұмыс</a:t>
            </a:r>
            <a:r>
              <a:rPr sz="1875" b="0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 </a:t>
            </a:r>
            <a:r>
              <a:rPr sz="1875" b="0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күні</a:t>
            </a:r>
            <a:r>
              <a:rPr sz="1875" b="0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 8 </a:t>
            </a:r>
            <a:r>
              <a:rPr sz="1875" b="0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сағат</a:t>
            </a:r>
            <a:r>
              <a:rPr sz="1875" b="0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. </a:t>
            </a:r>
            <a:r>
              <a:rPr sz="1875" b="0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Бір-бірден</a:t>
            </a:r>
            <a:r>
              <a:rPr sz="1875" b="0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 </a:t>
            </a:r>
            <a:r>
              <a:rPr sz="1875" b="0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сұрақ</a:t>
            </a:r>
            <a:r>
              <a:rPr sz="1875" b="0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 </a:t>
            </a:r>
            <a:r>
              <a:rPr sz="1875" b="0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қойып</a:t>
            </a:r>
            <a:r>
              <a:rPr sz="1875" b="0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, </a:t>
            </a:r>
            <a:r>
              <a:rPr sz="1875" b="0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басымдықтарды</a:t>
            </a:r>
            <a:r>
              <a:rPr sz="1875" b="0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 </a:t>
            </a:r>
            <a:r>
              <a:rPr sz="1875" b="0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сабырмен</a:t>
            </a:r>
            <a:r>
              <a:rPr sz="1875" b="0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 </a:t>
            </a:r>
            <a:r>
              <a:rPr sz="1875" b="0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келісуге</a:t>
            </a:r>
            <a:r>
              <a:rPr sz="1875" b="0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 </a:t>
            </a:r>
            <a:r>
              <a:rPr sz="1875" b="0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көмектес</a:t>
            </a:r>
            <a:r>
              <a:rPr sz="1875" b="0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. </a:t>
            </a:r>
            <a:r>
              <a:rPr sz="1875" b="0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Соңында</a:t>
            </a:r>
            <a:r>
              <a:rPr sz="1875" b="0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 </a:t>
            </a:r>
            <a:r>
              <a:rPr sz="1875" b="0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орындалатын</a:t>
            </a:r>
            <a:r>
              <a:rPr sz="1875" b="0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 </a:t>
            </a:r>
            <a:r>
              <a:rPr sz="1875" b="0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жоспар</a:t>
            </a:r>
            <a:r>
              <a:rPr sz="1875" b="0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 </a:t>
            </a:r>
            <a:r>
              <a:rPr sz="1875" b="0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жаса</a:t>
            </a:r>
            <a:r>
              <a:rPr sz="1875" b="0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.</a:t>
            </a:r>
          </a:p>
        </p:txBody>
      </p:sp>
      <p:sp>
        <p:nvSpPr>
          <p:cNvPr id="7" name="Прямоугольник 6">
            <a:extLst xmlns:a="http://schemas.openxmlformats.org/drawingml/2006/main">
              <a:ext uri="{FF2B5EF4-FFF2-40B4-BE49-F238E27FC236}">
                <a16:creationId xmlns:a16="http://schemas.microsoft.com/office/drawing/2014/main" id="{487BFA86-732A-4BF3-BB9E-473948593B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5143500"/>
            <a:ext cx="10763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59616E"/>
                </a:solidFill>
                <a:latin typeface="DejaVu Sans"/>
                <a:ea typeface="DejaVu Sans"/>
                <a:cs typeface="DejaVu Sans"/>
              </a:defRPr>
            </a:pPr>
            <a:r>
              <a:rPr sz="1200" b="0">
                <a:solidFill>
                  <a:srgbClr val="59616E"/>
                </a:solidFill>
                <a:latin typeface="DejaVu Sans"/>
                <a:ea typeface="DejaVu Sans"/>
                <a:cs typeface="DejaVu Sans"/>
              </a:rPr>
              <a:t>Оқу үлгісі. Құпия және жеке деректерді енгізбейміз.</a:t>
            </a:r>
          </a:p>
        </p:txBody>
      </p:sp>
      <p:sp>
        <p:nvSpPr>
          <p:cNvPr id="8" name="Прямоугольник 7">
            <a:extLst xmlns:a="http://schemas.openxmlformats.org/drawingml/2006/main">
              <a:ext uri="{FF2B5EF4-FFF2-40B4-BE49-F238E27FC236}">
                <a16:creationId xmlns:a16="http://schemas.microsoft.com/office/drawing/2014/main" id="{33ED23FD-ECB3-4C68-ACA3-417C6FFBFE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9850"/>
            <a:ext cx="476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5679" lnSpcReduction="1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900" b="0">
                <a:solidFill>
                  <a:srgbClr val="59616E"/>
                </a:solidFill>
                <a:latin typeface="DejaVu Sans"/>
                <a:ea typeface="DejaVu Sans"/>
                <a:cs typeface="DejaVu Sans"/>
              </a:defRPr>
            </a:pPr>
            <a:r>
              <a:rPr sz="900" b="0">
                <a:solidFill>
                  <a:srgbClr val="59616E"/>
                </a:solidFill>
                <a:latin typeface="DejaVu Sans"/>
                <a:ea typeface="DejaVu Sans"/>
                <a:cs typeface="DejaVu Sans"/>
              </a:rPr>
              <a:t>26</a:t>
            </a:r>
          </a:p>
        </p:txBody>
      </p:sp>
    </p:spTree>
    <p:extLst>
      <p:ext uri="{BB962C8B-B14F-4D97-AF65-F5344CB8AC3E}">
        <p14:creationId xmlns:p14="http://schemas.microsoft.com/office/powerpoint/2010/main" val="626776795"/>
      </p:ext>
    </p:extLst>
  </p:cSld>
</p:sld>
</file>

<file path=ppt/slides/slide27.xml><?xml version="1.0" encoding="utf-8"?>
<p:sld xmlns:p="http://schemas.openxmlformats.org/presentationml/2006/main">
  <p:cSld>
    <p:bg>
      <p:bgPr>
        <a:solidFill xmlns:a="http://schemas.openxmlformats.org/drawingml/2006/main">
          <a:srgbClr val="F7F7F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Прямоугольник 14">
            <a:extLst xmlns:a="http://schemas.openxmlformats.org/drawingml/2006/main">
              <a:ext uri="{FF2B5EF4-FFF2-40B4-BE49-F238E27FC236}">
                <a16:creationId xmlns:a16="http://schemas.microsoft.com/office/drawing/2014/main" id="{CD53AFB7-9CA1-4CE4-B950-2BEC11E8C1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28600"/>
            <a:ext cx="3810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9808" lnSpcReduction="1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59616E"/>
                </a:solidFill>
                <a:latin typeface="DejaVu Sans"/>
                <a:ea typeface="DejaVu Sans"/>
                <a:cs typeface="DejaVu Sans"/>
              </a:defRPr>
            </a:pPr>
            <a:r>
              <a:rPr sz="975" b="1">
                <a:solidFill>
                  <a:srgbClr val="59616E"/>
                </a:solidFill>
                <a:latin typeface="DejaVu Sans"/>
                <a:ea typeface="DejaVu Sans"/>
                <a:cs typeface="DejaVu Sans"/>
              </a:rPr>
              <a:t>ЭКРАНДАҒЫ НӘТИЖЕ</a:t>
            </a:r>
          </a:p>
        </p:txBody>
      </p:sp>
      <p:sp>
        <p:nvSpPr>
          <p:cNvPr id="2" name="Прямоугольник 1">
            <a:extLst xmlns:a="http://schemas.openxmlformats.org/drawingml/2006/main">
              <a:ext uri="{FF2B5EF4-FFF2-40B4-BE49-F238E27FC236}">
                <a16:creationId xmlns:a16="http://schemas.microsoft.com/office/drawing/2014/main" id="{3991FE9D-29F3-4D33-9E50-A79A71492E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552450"/>
            <a:ext cx="107632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E1420"/>
                </a:solidFill>
                <a:latin typeface="DejaVu Sans"/>
                <a:ea typeface="DejaVu Sans"/>
                <a:cs typeface="DejaVu Sans"/>
              </a:defRPr>
            </a:pPr>
            <a:r>
              <a:rPr sz="2550" b="1">
                <a:solidFill>
                  <a:srgbClr val="0E1420"/>
                </a:solidFill>
                <a:latin typeface="DejaVu Sans"/>
                <a:ea typeface="DejaVu Sans"/>
                <a:cs typeface="DejaVu Sans"/>
              </a:rPr>
              <a:t>Grok: диалог нәтижесі</a:t>
            </a:r>
          </a:p>
        </p:txBody>
      </p:sp>
      <p:sp>
        <p:nvSpPr>
          <p:cNvPr id="3" name="Скругленный прямоугольник 2">
            <a:extLst xmlns:a="http://schemas.openxmlformats.org/drawingml/2006/main">
              <a:ext uri="{FF2B5EF4-FFF2-40B4-BE49-F238E27FC236}">
                <a16:creationId xmlns:a16="http://schemas.microsoft.com/office/drawing/2014/main" id="{5E35A4C3-4BB1-462C-9977-3584DEF5BE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381125"/>
            <a:ext cx="10763250" cy="3714750"/>
          </a:xfrm>
          <a:prstGeom xmlns:a="http://schemas.openxmlformats.org/drawingml/2006/main" prst="roundRect">
            <a:avLst>
              <a:gd name="adj" fmla="val 4615"/>
            </a:avLst>
          </a:prstGeom>
          <a:solidFill xmlns:a="http://schemas.openxmlformats.org/drawingml/2006/main">
            <a:srgbClr val="0E1420"/>
          </a:solidFill>
          <a:ln xmlns:a="http://schemas.openxmlformats.org/drawingml/2006/main" w="9525">
            <a:solidFill>
              <a:srgbClr val="0E142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Прямоугольник 3">
            <a:extLst xmlns:a="http://schemas.openxmlformats.org/drawingml/2006/main">
              <a:ext uri="{FF2B5EF4-FFF2-40B4-BE49-F238E27FC236}">
                <a16:creationId xmlns:a16="http://schemas.microsoft.com/office/drawing/2014/main" id="{2B108F77-7D83-4764-9A83-92EBF3EE23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1590675"/>
            <a:ext cx="4762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B8F238"/>
                </a:solidFill>
                <a:latin typeface="DejaVu Sans"/>
                <a:ea typeface="DejaVu Sans"/>
                <a:cs typeface="DejaVu Sans"/>
              </a:defRPr>
            </a:pPr>
            <a:r>
              <a:rPr sz="1050" b="1">
                <a:solidFill>
                  <a:srgbClr val="B8F238"/>
                </a:solidFill>
                <a:latin typeface="DejaVu Sans"/>
                <a:ea typeface="DejaVu Sans"/>
                <a:cs typeface="DejaVu Sans"/>
              </a:rPr>
              <a:t>ЖИ ЖАУАБЫНЫҢ ОҚУ ҮЛГІСІ</a:t>
            </a:r>
          </a:p>
        </p:txBody>
      </p:sp>
      <p:sp>
        <p:nvSpPr>
          <p:cNvPr id="5" name="Прямоугольник 4">
            <a:extLst xmlns:a="http://schemas.openxmlformats.org/drawingml/2006/main">
              <a:ext uri="{FF2B5EF4-FFF2-40B4-BE49-F238E27FC236}">
                <a16:creationId xmlns:a16="http://schemas.microsoft.com/office/drawing/2014/main" id="{2FC59F9D-70B9-43A5-8DD5-6192D3094F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2000250"/>
            <a:ext cx="233362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B8F238"/>
                </a:solidFill>
                <a:latin typeface="DejaVu Sans"/>
                <a:ea typeface="DejaVu Sans"/>
                <a:cs typeface="DejaVu Sans"/>
              </a:defRPr>
            </a:pPr>
            <a:r>
              <a:rPr sz="1350" b="1">
                <a:solidFill>
                  <a:srgbClr val="B8F238"/>
                </a:solidFill>
                <a:latin typeface="DejaVu Sans"/>
                <a:ea typeface="DejaVu Sans"/>
                <a:cs typeface="DejaVu Sans"/>
              </a:rPr>
              <a:t>Grok сұрағы</a:t>
            </a:r>
          </a:p>
        </p:txBody>
      </p:sp>
      <p:sp>
        <p:nvSpPr>
          <p:cNvPr id="6" name="Прямоугольник 5">
            <a:extLst xmlns:a="http://schemas.openxmlformats.org/drawingml/2006/main">
              <a:ext uri="{FF2B5EF4-FFF2-40B4-BE49-F238E27FC236}">
                <a16:creationId xmlns:a16="http://schemas.microsoft.com/office/drawing/2014/main" id="{501ACE2D-42CF-4E67-A1F0-511A41B737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2000250"/>
            <a:ext cx="7810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0">
                <a:solidFill>
                  <a:srgbClr val="FFFFFF"/>
                </a:solidFill>
                <a:latin typeface="DejaVu Sans"/>
                <a:ea typeface="DejaVu Sans"/>
                <a:cs typeface="DejaVu Sans"/>
              </a:defRPr>
            </a:pPr>
            <a:r>
              <a:rPr sz="1500" b="0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Бүгін қай нәтиже басшылық үшін ең маңызды?</a:t>
            </a:r>
          </a:p>
        </p:txBody>
      </p:sp>
      <p:sp>
        <p:nvSpPr>
          <p:cNvPr id="7" name="Прямоугольник 6">
            <a:extLst xmlns:a="http://schemas.openxmlformats.org/drawingml/2006/main">
              <a:ext uri="{FF2B5EF4-FFF2-40B4-BE49-F238E27FC236}">
                <a16:creationId xmlns:a16="http://schemas.microsoft.com/office/drawing/2014/main" id="{5C92145B-C6F6-4BBB-A1D4-9F741E4E3A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2552700"/>
            <a:ext cx="233362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B8F238"/>
                </a:solidFill>
                <a:latin typeface="DejaVu Sans"/>
                <a:ea typeface="DejaVu Sans"/>
                <a:cs typeface="DejaVu Sans"/>
              </a:defRPr>
            </a:pPr>
            <a:r>
              <a:rPr sz="1350" b="1">
                <a:solidFill>
                  <a:srgbClr val="B8F238"/>
                </a:solidFill>
                <a:latin typeface="DejaVu Sans"/>
                <a:ea typeface="DejaVu Sans"/>
                <a:cs typeface="DejaVu Sans"/>
              </a:rPr>
              <a:t>Қызметкер</a:t>
            </a:r>
          </a:p>
        </p:txBody>
      </p:sp>
      <p:sp>
        <p:nvSpPr>
          <p:cNvPr id="8" name="Прямоугольник 7">
            <a:extLst xmlns:a="http://schemas.openxmlformats.org/drawingml/2006/main">
              <a:ext uri="{FF2B5EF4-FFF2-40B4-BE49-F238E27FC236}">
                <a16:creationId xmlns:a16="http://schemas.microsoft.com/office/drawing/2014/main" id="{27D758CB-EC4A-40FE-8375-EB7B5F5610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2552700"/>
            <a:ext cx="7810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0">
                <a:solidFill>
                  <a:srgbClr val="FFFFFF"/>
                </a:solidFill>
                <a:latin typeface="DejaVu Sans"/>
                <a:ea typeface="DejaVu Sans"/>
                <a:cs typeface="DejaVu Sans"/>
              </a:defRPr>
            </a:pPr>
            <a:r>
              <a:rPr sz="1500" b="0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Есепті бүгін аяқтау керек. Өтінімдердің жартысын бүгін қарай аламын.</a:t>
            </a:r>
          </a:p>
        </p:txBody>
      </p:sp>
      <p:sp>
        <p:nvSpPr>
          <p:cNvPr id="9" name="Прямоугольник 8">
            <a:extLst xmlns:a="http://schemas.openxmlformats.org/drawingml/2006/main">
              <a:ext uri="{FF2B5EF4-FFF2-40B4-BE49-F238E27FC236}">
                <a16:creationId xmlns:a16="http://schemas.microsoft.com/office/drawing/2014/main" id="{51C4BF85-69AE-40F9-A42C-20A43C8F88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3105150"/>
            <a:ext cx="233362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B8F238"/>
                </a:solidFill>
                <a:latin typeface="DejaVu Sans"/>
                <a:ea typeface="DejaVu Sans"/>
                <a:cs typeface="DejaVu Sans"/>
              </a:defRPr>
            </a:pPr>
            <a:r>
              <a:rPr sz="1350" b="1">
                <a:solidFill>
                  <a:srgbClr val="B8F238"/>
                </a:solidFill>
                <a:latin typeface="DejaVu Sans"/>
                <a:ea typeface="DejaVu Sans"/>
                <a:cs typeface="DejaVu Sans"/>
              </a:rPr>
              <a:t>Grok ұсынысы</a:t>
            </a:r>
          </a:p>
        </p:txBody>
      </p:sp>
      <p:sp>
        <p:nvSpPr>
          <p:cNvPr id="10" name="Прямоугольник 9">
            <a:extLst xmlns:a="http://schemas.openxmlformats.org/drawingml/2006/main">
              <a:ext uri="{FF2B5EF4-FFF2-40B4-BE49-F238E27FC236}">
                <a16:creationId xmlns:a16="http://schemas.microsoft.com/office/drawing/2014/main" id="{6CACBBF4-5246-438F-92AB-5D0C163371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3105150"/>
            <a:ext cx="7810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85467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0">
                <a:solidFill>
                  <a:srgbClr val="FFFFFF"/>
                </a:solidFill>
                <a:latin typeface="DejaVu Sans"/>
                <a:ea typeface="DejaVu Sans"/>
                <a:cs typeface="DejaVu Sans"/>
              </a:defRPr>
            </a:pPr>
            <a:r>
              <a:rPr sz="1500" b="0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5 сағат есеп, 3 сағат маңызды өтінімдер. Хаттарды келесі уақытқа ауыстыруды келісу.</a:t>
            </a:r>
          </a:p>
        </p:txBody>
      </p:sp>
      <p:sp>
        <p:nvSpPr>
          <p:cNvPr id="11" name="Прямоугольник 10">
            <a:extLst xmlns:a="http://schemas.openxmlformats.org/drawingml/2006/main">
              <a:ext uri="{FF2B5EF4-FFF2-40B4-BE49-F238E27FC236}">
                <a16:creationId xmlns:a16="http://schemas.microsoft.com/office/drawing/2014/main" id="{B45FB3FB-A5A6-4D01-9E06-712168C04C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3657600"/>
            <a:ext cx="233362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B8F238"/>
                </a:solidFill>
                <a:latin typeface="DejaVu Sans"/>
                <a:ea typeface="DejaVu Sans"/>
                <a:cs typeface="DejaVu Sans"/>
              </a:defRPr>
            </a:pPr>
            <a:r>
              <a:rPr sz="1350" b="1">
                <a:solidFill>
                  <a:srgbClr val="B8F238"/>
                </a:solidFill>
                <a:latin typeface="DejaVu Sans"/>
                <a:ea typeface="DejaVu Sans"/>
                <a:cs typeface="DejaVu Sans"/>
              </a:rPr>
              <a:t>Келесі қадам</a:t>
            </a:r>
          </a:p>
        </p:txBody>
      </p:sp>
      <p:sp>
        <p:nvSpPr>
          <p:cNvPr id="12" name="Прямоугольник 11">
            <a:extLst xmlns:a="http://schemas.openxmlformats.org/drawingml/2006/main">
              <a:ext uri="{FF2B5EF4-FFF2-40B4-BE49-F238E27FC236}">
                <a16:creationId xmlns:a16="http://schemas.microsoft.com/office/drawing/2014/main" id="{06A0A8F7-3EFD-41BC-8394-2665B51EF7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3657600"/>
            <a:ext cx="7810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0">
                <a:solidFill>
                  <a:srgbClr val="FFFFFF"/>
                </a:solidFill>
                <a:latin typeface="DejaVu Sans"/>
                <a:ea typeface="DejaVu Sans"/>
                <a:cs typeface="DejaVu Sans"/>
              </a:defRPr>
            </a:pPr>
            <a:r>
              <a:rPr sz="1500" b="0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Басшымен мерзім мен қайта бөлу мүмкіндігін нақтылау.</a:t>
            </a:r>
          </a:p>
        </p:txBody>
      </p:sp>
      <p:sp>
        <p:nvSpPr>
          <p:cNvPr id="13" name="Прямоугольник 12">
            <a:extLst xmlns:a="http://schemas.openxmlformats.org/drawingml/2006/main">
              <a:ext uri="{FF2B5EF4-FFF2-40B4-BE49-F238E27FC236}">
                <a16:creationId xmlns:a16="http://schemas.microsoft.com/office/drawing/2014/main" id="{90AF7723-9E8B-4903-B0D5-68C03C5907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5334000"/>
            <a:ext cx="107632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0E1420"/>
                </a:solidFill>
                <a:latin typeface="DejaVu Sans"/>
                <a:ea typeface="DejaVu Sans"/>
                <a:cs typeface="DejaVu Sans"/>
              </a:defRPr>
            </a:pPr>
            <a:r>
              <a:rPr sz="1350" b="1">
                <a:solidFill>
                  <a:srgbClr val="0E1420"/>
                </a:solidFill>
                <a:latin typeface="DejaVu Sans"/>
                <a:ea typeface="DejaVu Sans"/>
                <a:cs typeface="DejaVu Sans"/>
              </a:rPr>
              <a:t>Тексеру: 5 + 3 = 8 сағат па және орындалмайтын уәде жоқ па?</a:t>
            </a:r>
          </a:p>
        </p:txBody>
      </p:sp>
      <p:sp>
        <p:nvSpPr>
          <p:cNvPr id="14" name="Прямоугольник 13">
            <a:extLst xmlns:a="http://schemas.openxmlformats.org/drawingml/2006/main">
              <a:ext uri="{FF2B5EF4-FFF2-40B4-BE49-F238E27FC236}">
                <a16:creationId xmlns:a16="http://schemas.microsoft.com/office/drawing/2014/main" id="{443B4D32-4D94-41F7-8B89-CE7D47C0FD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9850"/>
            <a:ext cx="476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5679" lnSpcReduction="1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900" b="0">
                <a:solidFill>
                  <a:srgbClr val="59616E"/>
                </a:solidFill>
                <a:latin typeface="DejaVu Sans"/>
                <a:ea typeface="DejaVu Sans"/>
                <a:cs typeface="DejaVu Sans"/>
              </a:defRPr>
            </a:pPr>
            <a:r>
              <a:rPr sz="900" b="0">
                <a:solidFill>
                  <a:srgbClr val="59616E"/>
                </a:solidFill>
                <a:latin typeface="DejaVu Sans"/>
                <a:ea typeface="DejaVu Sans"/>
                <a:cs typeface="DejaVu Sans"/>
              </a:rPr>
              <a:t>27</a:t>
            </a:r>
          </a:p>
        </p:txBody>
      </p:sp>
    </p:spTree>
    <p:extLst>
      <p:ext uri="{BB962C8B-B14F-4D97-AF65-F5344CB8AC3E}">
        <p14:creationId xmlns:p14="http://schemas.microsoft.com/office/powerpoint/2010/main" val="1424801247"/>
      </p:ext>
    </p:extLst>
  </p:cSld>
</p:sld>
</file>

<file path=ppt/slides/slide28.xml><?xml version="1.0" encoding="utf-8"?>
<p:sld xmlns:p="http://schemas.openxmlformats.org/presentationml/2006/main">
  <p:cSld>
    <p:bg>
      <p:bgPr>
        <a:solidFill xmlns:a="http://schemas.openxmlformats.org/drawingml/2006/main">
          <a:srgbClr val="F7F7F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Прямоугольник 13">
            <a:extLst xmlns:a="http://schemas.openxmlformats.org/drawingml/2006/main">
              <a:ext uri="{FF2B5EF4-FFF2-40B4-BE49-F238E27FC236}">
                <a16:creationId xmlns:a16="http://schemas.microsoft.com/office/drawing/2014/main" id="{CC4C5B50-1260-4EFD-9446-3A20602739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28600"/>
            <a:ext cx="3810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9808" lnSpcReduction="1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59616E"/>
                </a:solidFill>
                <a:latin typeface="DejaVu Sans"/>
                <a:ea typeface="DejaVu Sans"/>
                <a:cs typeface="DejaVu Sans"/>
              </a:defRPr>
            </a:pPr>
            <a:r>
              <a:rPr sz="975" b="1">
                <a:solidFill>
                  <a:srgbClr val="59616E"/>
                </a:solidFill>
                <a:latin typeface="DejaVu Sans"/>
                <a:ea typeface="DejaVu Sans"/>
                <a:cs typeface="DejaVu Sans"/>
              </a:rPr>
              <a:t>5. GAMMA</a:t>
            </a:r>
          </a:p>
        </p:txBody>
      </p:sp>
      <p:sp>
        <p:nvSpPr>
          <p:cNvPr id="2" name="Прямоугольник 1">
            <a:extLst xmlns:a="http://schemas.openxmlformats.org/drawingml/2006/main">
              <a:ext uri="{FF2B5EF4-FFF2-40B4-BE49-F238E27FC236}">
                <a16:creationId xmlns:a16="http://schemas.microsoft.com/office/drawing/2014/main" id="{47194B95-08F0-41FE-A3AD-C1A8921437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552450"/>
            <a:ext cx="107632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E1420"/>
                </a:solidFill>
                <a:latin typeface="DejaVu Sans"/>
                <a:ea typeface="DejaVu Sans"/>
                <a:cs typeface="DejaVu Sans"/>
              </a:defRPr>
            </a:pPr>
            <a:r>
              <a:rPr sz="2550" b="1">
                <a:solidFill>
                  <a:srgbClr val="0E1420"/>
                </a:solidFill>
                <a:latin typeface="DejaVu Sans"/>
                <a:ea typeface="DejaVu Sans"/>
                <a:cs typeface="DejaVu Sans"/>
              </a:rPr>
              <a:t>Gamma не үшін қолданылады?</a:t>
            </a:r>
          </a:p>
        </p:txBody>
      </p:sp>
      <p:sp>
        <p:nvSpPr>
          <p:cNvPr id="3" name="Прямоугольник 2">
            <a:extLst xmlns:a="http://schemas.openxmlformats.org/drawingml/2006/main">
              <a:ext uri="{FF2B5EF4-FFF2-40B4-BE49-F238E27FC236}">
                <a16:creationId xmlns:a16="http://schemas.microsoft.com/office/drawing/2014/main" id="{FE4992B5-BD56-4DBE-A35F-53BD591BC6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381125"/>
            <a:ext cx="1076325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 b="1">
                <a:solidFill>
                  <a:srgbClr val="0E1420"/>
                </a:solidFill>
                <a:latin typeface="DejaVu Sans"/>
                <a:ea typeface="DejaVu Sans"/>
                <a:cs typeface="DejaVu Sans"/>
              </a:defRPr>
            </a:pPr>
            <a:r>
              <a:rPr sz="2100" b="1">
                <a:solidFill>
                  <a:srgbClr val="0E1420"/>
                </a:solidFill>
                <a:latin typeface="DejaVu Sans"/>
                <a:ea typeface="DejaVu Sans"/>
                <a:cs typeface="DejaVu Sans"/>
              </a:rPr>
              <a:t>Gamma тексерілген мәтіннен презентацияның алғашқы құрылымы мен дизайнын дайындауға көмектеседі.</a:t>
            </a:r>
          </a:p>
        </p:txBody>
      </p:sp>
      <p:sp>
        <p:nvSpPr>
          <p:cNvPr id="4" name="Прямоугольник 3">
            <a:extLst xmlns:a="http://schemas.openxmlformats.org/drawingml/2006/main">
              <a:ext uri="{FF2B5EF4-FFF2-40B4-BE49-F238E27FC236}">
                <a16:creationId xmlns:a16="http://schemas.microsoft.com/office/drawing/2014/main" id="{39B49026-7A73-4571-8C2C-C29824759C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476500"/>
            <a:ext cx="2667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7011"/>
          </a:bodyPr>
          <a:lstStyle xmlns:a="http://schemas.openxmlformats.org/drawingml/2006/main"/>
          <a:p xmlns:a="http://schemas.openxmlformats.org/drawingml/2006/main">
            <a:pPr algn="l">
              <a:buNone/>
              <a:defRPr sz="1725" b="1">
                <a:solidFill>
                  <a:srgbClr val="8FCF25"/>
                </a:solidFill>
                <a:latin typeface="DejaVu Sans"/>
                <a:ea typeface="DejaVu Sans"/>
                <a:cs typeface="DejaVu Sans"/>
              </a:defRPr>
            </a:pPr>
            <a:r>
              <a:rPr sz="1725" b="1">
                <a:solidFill>
                  <a:srgbClr val="8FCF25"/>
                </a:solidFill>
                <a:latin typeface="DejaVu Sans"/>
                <a:ea typeface="DejaVu Sans"/>
                <a:cs typeface="DejaVu Sans"/>
              </a:rPr>
              <a:t>•</a:t>
            </a:r>
          </a:p>
        </p:txBody>
      </p:sp>
      <p:sp>
        <p:nvSpPr>
          <p:cNvPr id="5" name="Прямоугольник 4">
            <a:extLst xmlns:a="http://schemas.openxmlformats.org/drawingml/2006/main">
              <a:ext uri="{FF2B5EF4-FFF2-40B4-BE49-F238E27FC236}">
                <a16:creationId xmlns:a16="http://schemas.microsoft.com/office/drawing/2014/main" id="{E30872F1-212F-4513-A79F-79C716330B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2476500"/>
            <a:ext cx="992505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725" b="0">
                <a:solidFill>
                  <a:srgbClr val="0E1420"/>
                </a:solidFill>
                <a:latin typeface="DejaVu Sans"/>
                <a:ea typeface="DejaVu Sans"/>
                <a:cs typeface="DejaVu Sans"/>
              </a:defRPr>
            </a:pPr>
            <a:r>
              <a:rPr sz="1725" b="0">
                <a:solidFill>
                  <a:srgbClr val="0E1420"/>
                </a:solidFill>
                <a:latin typeface="DejaVu Sans"/>
                <a:ea typeface="DejaVu Sans"/>
                <a:cs typeface="DejaVu Sans"/>
              </a:rPr>
              <a:t>Мәтінді слайдтарға бөлу</a:t>
            </a:r>
          </a:p>
        </p:txBody>
      </p:sp>
      <p:sp>
        <p:nvSpPr>
          <p:cNvPr id="6" name="Прямоугольник 5">
            <a:extLst xmlns:a="http://schemas.openxmlformats.org/drawingml/2006/main">
              <a:ext uri="{FF2B5EF4-FFF2-40B4-BE49-F238E27FC236}">
                <a16:creationId xmlns:a16="http://schemas.microsoft.com/office/drawing/2014/main" id="{C176B747-79BE-45D2-AFAF-82F932C694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095625"/>
            <a:ext cx="2667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7011"/>
          </a:bodyPr>
          <a:lstStyle xmlns:a="http://schemas.openxmlformats.org/drawingml/2006/main"/>
          <a:p xmlns:a="http://schemas.openxmlformats.org/drawingml/2006/main">
            <a:pPr algn="l">
              <a:buNone/>
              <a:defRPr sz="1725" b="1">
                <a:solidFill>
                  <a:srgbClr val="8FCF25"/>
                </a:solidFill>
                <a:latin typeface="DejaVu Sans"/>
                <a:ea typeface="DejaVu Sans"/>
                <a:cs typeface="DejaVu Sans"/>
              </a:defRPr>
            </a:pPr>
            <a:r>
              <a:rPr sz="1725" b="1">
                <a:solidFill>
                  <a:srgbClr val="8FCF25"/>
                </a:solidFill>
                <a:latin typeface="DejaVu Sans"/>
                <a:ea typeface="DejaVu Sans"/>
                <a:cs typeface="DejaVu Sans"/>
              </a:rPr>
              <a:t>•</a:t>
            </a:r>
          </a:p>
        </p:txBody>
      </p:sp>
      <p:sp>
        <p:nvSpPr>
          <p:cNvPr id="7" name="Прямоугольник 6">
            <a:extLst xmlns:a="http://schemas.openxmlformats.org/drawingml/2006/main">
              <a:ext uri="{FF2B5EF4-FFF2-40B4-BE49-F238E27FC236}">
                <a16:creationId xmlns:a16="http://schemas.microsoft.com/office/drawing/2014/main" id="{5E62AD56-B5D1-47C0-9BB5-4CA3A03838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3095625"/>
            <a:ext cx="992505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725" b="0">
                <a:solidFill>
                  <a:srgbClr val="0E1420"/>
                </a:solidFill>
                <a:latin typeface="DejaVu Sans"/>
                <a:ea typeface="DejaVu Sans"/>
                <a:cs typeface="DejaVu Sans"/>
              </a:defRPr>
            </a:pPr>
            <a:r>
              <a:rPr sz="1725" b="0">
                <a:solidFill>
                  <a:srgbClr val="0E1420"/>
                </a:solidFill>
                <a:latin typeface="DejaVu Sans"/>
                <a:ea typeface="DejaVu Sans"/>
                <a:cs typeface="DejaVu Sans"/>
              </a:rPr>
              <a:t>Тақырыптар мен қысқа мазмұн ұсыну</a:t>
            </a:r>
          </a:p>
        </p:txBody>
      </p:sp>
      <p:sp>
        <p:nvSpPr>
          <p:cNvPr id="8" name="Прямоугольник 7">
            <a:extLst xmlns:a="http://schemas.openxmlformats.org/drawingml/2006/main">
              <a:ext uri="{FF2B5EF4-FFF2-40B4-BE49-F238E27FC236}">
                <a16:creationId xmlns:a16="http://schemas.microsoft.com/office/drawing/2014/main" id="{3CC67740-87AE-4369-AC20-833D08DE95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714750"/>
            <a:ext cx="2667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7011"/>
          </a:bodyPr>
          <a:lstStyle xmlns:a="http://schemas.openxmlformats.org/drawingml/2006/main"/>
          <a:p xmlns:a="http://schemas.openxmlformats.org/drawingml/2006/main">
            <a:pPr algn="l">
              <a:buNone/>
              <a:defRPr sz="1725" b="1">
                <a:solidFill>
                  <a:srgbClr val="8FCF25"/>
                </a:solidFill>
                <a:latin typeface="DejaVu Sans"/>
                <a:ea typeface="DejaVu Sans"/>
                <a:cs typeface="DejaVu Sans"/>
              </a:defRPr>
            </a:pPr>
            <a:r>
              <a:rPr sz="1725" b="1">
                <a:solidFill>
                  <a:srgbClr val="8FCF25"/>
                </a:solidFill>
                <a:latin typeface="DejaVu Sans"/>
                <a:ea typeface="DejaVu Sans"/>
                <a:cs typeface="DejaVu Sans"/>
              </a:rPr>
              <a:t>•</a:t>
            </a:r>
          </a:p>
        </p:txBody>
      </p:sp>
      <p:sp>
        <p:nvSpPr>
          <p:cNvPr id="9" name="Прямоугольник 8">
            <a:extLst xmlns:a="http://schemas.openxmlformats.org/drawingml/2006/main">
              <a:ext uri="{FF2B5EF4-FFF2-40B4-BE49-F238E27FC236}">
                <a16:creationId xmlns:a16="http://schemas.microsoft.com/office/drawing/2014/main" id="{E0805C91-B080-4442-841B-95965269C7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3714750"/>
            <a:ext cx="992505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725" b="0">
                <a:solidFill>
                  <a:srgbClr val="0E1420"/>
                </a:solidFill>
                <a:latin typeface="DejaVu Sans"/>
                <a:ea typeface="DejaVu Sans"/>
                <a:cs typeface="DejaVu Sans"/>
              </a:defRPr>
            </a:pPr>
            <a:r>
              <a:rPr sz="1725" b="0">
                <a:solidFill>
                  <a:srgbClr val="0E1420"/>
                </a:solidFill>
                <a:latin typeface="DejaVu Sans"/>
                <a:ea typeface="DejaVu Sans"/>
                <a:cs typeface="DejaVu Sans"/>
              </a:rPr>
              <a:t>Бастапқы визуалдық стиль таңдау</a:t>
            </a:r>
          </a:p>
        </p:txBody>
      </p:sp>
      <p:sp>
        <p:nvSpPr>
          <p:cNvPr id="10" name="Прямоугольник 9">
            <a:extLst xmlns:a="http://schemas.openxmlformats.org/drawingml/2006/main">
              <a:ext uri="{FF2B5EF4-FFF2-40B4-BE49-F238E27FC236}">
                <a16:creationId xmlns:a16="http://schemas.microsoft.com/office/drawing/2014/main" id="{4D2FC917-FDF2-4BCF-B651-98BA270239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333875"/>
            <a:ext cx="2667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7011"/>
          </a:bodyPr>
          <a:lstStyle xmlns:a="http://schemas.openxmlformats.org/drawingml/2006/main"/>
          <a:p xmlns:a="http://schemas.openxmlformats.org/drawingml/2006/main">
            <a:pPr algn="l">
              <a:buNone/>
              <a:defRPr sz="1725" b="1">
                <a:solidFill>
                  <a:srgbClr val="8FCF25"/>
                </a:solidFill>
                <a:latin typeface="DejaVu Sans"/>
                <a:ea typeface="DejaVu Sans"/>
                <a:cs typeface="DejaVu Sans"/>
              </a:defRPr>
            </a:pPr>
            <a:r>
              <a:rPr sz="1725" b="1">
                <a:solidFill>
                  <a:srgbClr val="8FCF25"/>
                </a:solidFill>
                <a:latin typeface="DejaVu Sans"/>
                <a:ea typeface="DejaVu Sans"/>
                <a:cs typeface="DejaVu Sans"/>
              </a:rPr>
              <a:t>•</a:t>
            </a:r>
          </a:p>
        </p:txBody>
      </p:sp>
      <p:sp>
        <p:nvSpPr>
          <p:cNvPr id="11" name="Прямоугольник 10">
            <a:extLst xmlns:a="http://schemas.openxmlformats.org/drawingml/2006/main">
              <a:ext uri="{FF2B5EF4-FFF2-40B4-BE49-F238E27FC236}">
                <a16:creationId xmlns:a16="http://schemas.microsoft.com/office/drawing/2014/main" id="{4CBBA027-8DA4-4469-A068-8F667A958E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4333875"/>
            <a:ext cx="992505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725" b="0">
                <a:solidFill>
                  <a:srgbClr val="0E1420"/>
                </a:solidFill>
                <a:latin typeface="DejaVu Sans"/>
                <a:ea typeface="DejaVu Sans"/>
                <a:cs typeface="DejaVu Sans"/>
              </a:defRPr>
            </a:pPr>
            <a:r>
              <a:rPr sz="1725" b="0">
                <a:solidFill>
                  <a:srgbClr val="0E1420"/>
                </a:solidFill>
                <a:latin typeface="DejaVu Sans"/>
                <a:ea typeface="DejaVu Sans"/>
                <a:cs typeface="DejaVu Sans"/>
              </a:rPr>
              <a:t>Дайын материалды экспорттау және қолмен түзету</a:t>
            </a:r>
          </a:p>
        </p:txBody>
      </p:sp>
      <p:sp>
        <p:nvSpPr>
          <p:cNvPr id="12" name="Прямоугольник 11">
            <a:extLst xmlns:a="http://schemas.openxmlformats.org/drawingml/2006/main">
              <a:ext uri="{FF2B5EF4-FFF2-40B4-BE49-F238E27FC236}">
                <a16:creationId xmlns:a16="http://schemas.microsoft.com/office/drawing/2014/main" id="{32289CB7-C7EB-4137-BB16-7CE3CDB018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5476875"/>
            <a:ext cx="107632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575" b="1">
                <a:solidFill>
                  <a:srgbClr val="D94B4B"/>
                </a:solidFill>
                <a:latin typeface="DejaVu Sans"/>
                <a:ea typeface="DejaVu Sans"/>
                <a:cs typeface="DejaVu Sans"/>
              </a:defRPr>
            </a:pPr>
            <a:r>
              <a:rPr sz="1575" b="1">
                <a:solidFill>
                  <a:srgbClr val="D94B4B"/>
                </a:solidFill>
                <a:latin typeface="DejaVu Sans"/>
                <a:ea typeface="DejaVu Sans"/>
                <a:cs typeface="DejaVu Sans"/>
              </a:rPr>
              <a:t>Gamma жасаған факт, сурет және мәтінді презентация авторы тексереді.</a:t>
            </a:r>
          </a:p>
        </p:txBody>
      </p:sp>
      <p:sp>
        <p:nvSpPr>
          <p:cNvPr id="13" name="Прямоугольник 12">
            <a:extLst xmlns:a="http://schemas.openxmlformats.org/drawingml/2006/main">
              <a:ext uri="{FF2B5EF4-FFF2-40B4-BE49-F238E27FC236}">
                <a16:creationId xmlns:a16="http://schemas.microsoft.com/office/drawing/2014/main" id="{73E9C05C-4EAA-48A8-8A44-575853CF9A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9850"/>
            <a:ext cx="476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5679" lnSpcReduction="1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900" b="0">
                <a:solidFill>
                  <a:srgbClr val="59616E"/>
                </a:solidFill>
                <a:latin typeface="DejaVu Sans"/>
                <a:ea typeface="DejaVu Sans"/>
                <a:cs typeface="DejaVu Sans"/>
              </a:defRPr>
            </a:pPr>
            <a:r>
              <a:rPr sz="900" b="0">
                <a:solidFill>
                  <a:srgbClr val="59616E"/>
                </a:solidFill>
                <a:latin typeface="DejaVu Sans"/>
                <a:ea typeface="DejaVu Sans"/>
                <a:cs typeface="DejaVu Sans"/>
              </a:rPr>
              <a:t>28</a:t>
            </a:r>
          </a:p>
        </p:txBody>
      </p:sp>
    </p:spTree>
    <p:extLst>
      <p:ext uri="{BB962C8B-B14F-4D97-AF65-F5344CB8AC3E}">
        <p14:creationId xmlns:p14="http://schemas.microsoft.com/office/powerpoint/2010/main" val="1112748391"/>
      </p:ext>
    </p:extLst>
  </p:cSld>
</p:sld>
</file>

<file path=ppt/slides/slide29.xml><?xml version="1.0" encoding="utf-8"?>
<p:sld xmlns:p="http://schemas.openxmlformats.org/presentationml/2006/main">
  <p:cSld>
    <p:bg>
      <p:bgPr>
        <a:solidFill xmlns:a="http://schemas.openxmlformats.org/drawingml/2006/main">
          <a:srgbClr val="F7F7F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Прямоугольник 8">
            <a:extLst xmlns:a="http://schemas.openxmlformats.org/drawingml/2006/main">
              <a:ext uri="{FF2B5EF4-FFF2-40B4-BE49-F238E27FC236}">
                <a16:creationId xmlns:a16="http://schemas.microsoft.com/office/drawing/2014/main" id="{F28E9326-88A6-4310-8CDE-6ECF9F7B51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28600"/>
            <a:ext cx="3810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9808" lnSpcReduction="1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59616E"/>
                </a:solidFill>
                <a:latin typeface="DejaVu Sans"/>
                <a:ea typeface="DejaVu Sans"/>
                <a:cs typeface="DejaVu Sans"/>
              </a:defRPr>
            </a:pPr>
            <a:r>
              <a:rPr sz="975" b="1">
                <a:solidFill>
                  <a:srgbClr val="59616E"/>
                </a:solidFill>
                <a:latin typeface="DejaVu Sans"/>
                <a:ea typeface="DejaVu Sans"/>
                <a:cs typeface="DejaVu Sans"/>
              </a:rPr>
              <a:t>ПРАКТИКА</a:t>
            </a:r>
          </a:p>
        </p:txBody>
      </p:sp>
      <p:sp>
        <p:nvSpPr>
          <p:cNvPr id="2" name="Прямоугольник 1">
            <a:extLst xmlns:a="http://schemas.openxmlformats.org/drawingml/2006/main">
              <a:ext uri="{FF2B5EF4-FFF2-40B4-BE49-F238E27FC236}">
                <a16:creationId xmlns:a16="http://schemas.microsoft.com/office/drawing/2014/main" id="{746558EC-9D05-4BB0-82FC-BD17250DAD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552450"/>
            <a:ext cx="107632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E1420"/>
                </a:solidFill>
                <a:latin typeface="DejaVu Sans"/>
                <a:ea typeface="DejaVu Sans"/>
                <a:cs typeface="DejaVu Sans"/>
              </a:defRPr>
            </a:pPr>
            <a:r>
              <a:rPr sz="2550" b="1">
                <a:solidFill>
                  <a:srgbClr val="0E1420"/>
                </a:solidFill>
                <a:latin typeface="DejaVu Sans"/>
                <a:ea typeface="DejaVu Sans"/>
                <a:cs typeface="DejaVu Sans"/>
              </a:rPr>
              <a:t>Gamma: презентацияға сұрау</a:t>
            </a:r>
          </a:p>
        </p:txBody>
      </p:sp>
      <p:sp>
        <p:nvSpPr>
          <p:cNvPr id="3" name="Прямоугольник 2">
            <a:extLst xmlns:a="http://schemas.openxmlformats.org/drawingml/2006/main">
              <a:ext uri="{FF2B5EF4-FFF2-40B4-BE49-F238E27FC236}">
                <a16:creationId xmlns:a16="http://schemas.microsoft.com/office/drawing/2014/main" id="{7163C120-F946-4A99-8FA5-F3F5AB6C74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257300"/>
            <a:ext cx="10763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59616E"/>
                </a:solidFill>
                <a:latin typeface="DejaVu Sans"/>
                <a:ea typeface="DejaVu Sans"/>
                <a:cs typeface="DejaVu Sans"/>
              </a:defRPr>
            </a:pPr>
            <a:r>
              <a:rPr sz="1350" b="0">
                <a:solidFill>
                  <a:srgbClr val="59616E"/>
                </a:solidFill>
                <a:latin typeface="DejaVu Sans"/>
                <a:ea typeface="DejaVu Sans"/>
                <a:cs typeface="DejaVu Sans"/>
              </a:rPr>
              <a:t>Gamma-ға тек тексерілген және құпиясыз мәтін береміз</a:t>
            </a:r>
          </a:p>
        </p:txBody>
      </p:sp>
      <p:sp>
        <p:nvSpPr>
          <p:cNvPr id="4" name="Скругленный прямоугольник 3">
            <a:extLst xmlns:a="http://schemas.openxmlformats.org/drawingml/2006/main">
              <a:ext uri="{FF2B5EF4-FFF2-40B4-BE49-F238E27FC236}">
                <a16:creationId xmlns:a16="http://schemas.microsoft.com/office/drawing/2014/main" id="{9235C5F3-2EBA-461F-9CF4-F73F6093DF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809750"/>
            <a:ext cx="10763250" cy="3048000"/>
          </a:xfrm>
          <a:prstGeom xmlns:a="http://schemas.openxmlformats.org/drawingml/2006/main" prst="roundRect">
            <a:avLst>
              <a:gd name="adj" fmla="val 5625"/>
            </a:avLst>
          </a:prstGeom>
          <a:solidFill xmlns:a="http://schemas.openxmlformats.org/drawingml/2006/main">
            <a:srgbClr val="0E1420"/>
          </a:solidFill>
          <a:ln xmlns:a="http://schemas.openxmlformats.org/drawingml/2006/main" w="9525">
            <a:solidFill>
              <a:srgbClr val="0E142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5" name="Прямоугольник 4">
            <a:extLst xmlns:a="http://schemas.openxmlformats.org/drawingml/2006/main">
              <a:ext uri="{FF2B5EF4-FFF2-40B4-BE49-F238E27FC236}">
                <a16:creationId xmlns:a16="http://schemas.microsoft.com/office/drawing/2014/main" id="{AA412DB3-1388-4E1F-BC91-22085655D8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2038350"/>
            <a:ext cx="1238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B8F238"/>
                </a:solidFill>
                <a:latin typeface="DejaVu Sans"/>
                <a:ea typeface="DejaVu Sans"/>
                <a:cs typeface="DejaVu Sans"/>
              </a:defRPr>
            </a:pPr>
            <a:r>
              <a:rPr sz="1050" b="1">
                <a:solidFill>
                  <a:srgbClr val="B8F238"/>
                </a:solidFill>
                <a:latin typeface="DejaVu Sans"/>
                <a:ea typeface="DejaVu Sans"/>
                <a:cs typeface="DejaVu Sans"/>
              </a:rPr>
              <a:t>СҰРАУ</a:t>
            </a:r>
          </a:p>
        </p:txBody>
      </p:sp>
      <p:sp>
        <p:nvSpPr>
          <p:cNvPr id="6" name="Прямоугольник 5">
            <a:extLst xmlns:a="http://schemas.openxmlformats.org/drawingml/2006/main">
              <a:ext uri="{FF2B5EF4-FFF2-40B4-BE49-F238E27FC236}">
                <a16:creationId xmlns:a16="http://schemas.microsoft.com/office/drawing/2014/main" id="{6ECB35F4-240E-477D-89B7-4DC236EB59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2400300"/>
            <a:ext cx="10287000" cy="2095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875" b="0">
                <a:solidFill>
                  <a:srgbClr val="FFFFFF"/>
                </a:solidFill>
                <a:latin typeface="DejaVu Sans"/>
                <a:ea typeface="DejaVu Sans"/>
                <a:cs typeface="DejaVu Sans"/>
              </a:defRPr>
            </a:pPr>
            <a:r>
              <a:rPr sz="1875" b="0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Интергаз </a:t>
            </a:r>
            <a:r>
              <a:rPr sz="1875" b="0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қызметкерлеріне</a:t>
            </a:r>
            <a:r>
              <a:rPr sz="1875" b="0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 </a:t>
            </a:r>
            <a:r>
              <a:rPr sz="1875" b="0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арналған</a:t>
            </a:r>
            <a:r>
              <a:rPr sz="1875" b="0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 «ЖИ </a:t>
            </a:r>
            <a:r>
              <a:rPr sz="1875" b="0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көмегімен</a:t>
            </a:r>
            <a:r>
              <a:rPr sz="1875" b="0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 </a:t>
            </a:r>
            <a:r>
              <a:rPr sz="1875" b="0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жұмыс</a:t>
            </a:r>
            <a:r>
              <a:rPr sz="1875" b="0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 </a:t>
            </a:r>
            <a:r>
              <a:rPr sz="1875" b="0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уақытын</a:t>
            </a:r>
            <a:r>
              <a:rPr sz="1875" b="0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 </a:t>
            </a:r>
            <a:r>
              <a:rPr sz="1875" b="0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үнемдеу</a:t>
            </a:r>
            <a:r>
              <a:rPr sz="1875" b="0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» </a:t>
            </a:r>
            <a:r>
              <a:rPr sz="1875" b="0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тақырыбында</a:t>
            </a:r>
            <a:r>
              <a:rPr sz="1875" b="0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 8 </a:t>
            </a:r>
            <a:r>
              <a:rPr sz="1875" b="0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слайдтық</a:t>
            </a:r>
            <a:r>
              <a:rPr sz="1875" b="0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 </a:t>
            </a:r>
            <a:r>
              <a:rPr sz="1875" b="0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презентация</a:t>
            </a:r>
            <a:r>
              <a:rPr sz="1875" b="0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 </a:t>
            </a:r>
            <a:r>
              <a:rPr sz="1875" b="0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жаса</a:t>
            </a:r>
            <a:r>
              <a:rPr sz="1875" b="0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. </a:t>
            </a:r>
            <a:r>
              <a:rPr sz="1875" b="0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Тілі</a:t>
            </a:r>
            <a:r>
              <a:rPr sz="1875" b="0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 </a:t>
            </a:r>
            <a:r>
              <a:rPr sz="1875" b="0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қазақша</a:t>
            </a:r>
            <a:r>
              <a:rPr sz="1875" b="0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. </a:t>
            </a:r>
            <a:r>
              <a:rPr sz="1875" b="0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Аудитория</a:t>
            </a:r>
            <a:r>
              <a:rPr sz="1875" b="0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 ЖИ-</a:t>
            </a:r>
            <a:r>
              <a:rPr sz="1875" b="0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ді</a:t>
            </a:r>
            <a:r>
              <a:rPr sz="1875" b="0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 </a:t>
            </a:r>
            <a:r>
              <a:rPr sz="1875" b="0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жаңадан</a:t>
            </a:r>
            <a:r>
              <a:rPr sz="1875" b="0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 </a:t>
            </a:r>
            <a:r>
              <a:rPr sz="1875" b="0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үйреніп</a:t>
            </a:r>
            <a:r>
              <a:rPr sz="1875" b="0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 </a:t>
            </a:r>
            <a:r>
              <a:rPr sz="1875" b="0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жатыр</a:t>
            </a:r>
            <a:r>
              <a:rPr sz="1875" b="0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. </a:t>
            </a:r>
            <a:r>
              <a:rPr sz="1875" b="0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Бөлімдер</a:t>
            </a:r>
            <a:r>
              <a:rPr sz="1875" b="0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: ЖИ </a:t>
            </a:r>
            <a:r>
              <a:rPr sz="1875" b="0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анықтамасы</a:t>
            </a:r>
            <a:r>
              <a:rPr sz="1875" b="0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, </a:t>
            </a:r>
            <a:r>
              <a:rPr sz="1875" b="0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қауіпсіздік</a:t>
            </a:r>
            <a:r>
              <a:rPr sz="1875" b="0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, </a:t>
            </a:r>
            <a:r>
              <a:rPr sz="1875" b="0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қызметтік</a:t>
            </a:r>
            <a:r>
              <a:rPr sz="1875" b="0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 </a:t>
            </a:r>
            <a:r>
              <a:rPr sz="1875" b="0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хат</a:t>
            </a:r>
            <a:r>
              <a:rPr sz="1875" b="0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, </a:t>
            </a:r>
            <a:r>
              <a:rPr sz="1875" b="0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хаттама</a:t>
            </a:r>
            <a:r>
              <a:rPr sz="1875" b="0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, Excel, </a:t>
            </a:r>
            <a:r>
              <a:rPr sz="1875" b="0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дереккөзді</a:t>
            </a:r>
            <a:r>
              <a:rPr sz="1875" b="0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 </a:t>
            </a:r>
            <a:r>
              <a:rPr sz="1875" b="0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тексеру</a:t>
            </a:r>
            <a:r>
              <a:rPr sz="1875" b="0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, </a:t>
            </a:r>
            <a:r>
              <a:rPr sz="1875" b="0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практика</a:t>
            </a:r>
            <a:r>
              <a:rPr sz="1875" b="0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, </a:t>
            </a:r>
            <a:r>
              <a:rPr sz="1875" b="0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қорытынды</a:t>
            </a:r>
            <a:r>
              <a:rPr sz="1875" b="0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. </a:t>
            </a:r>
            <a:r>
              <a:rPr sz="1875" b="0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Әр</a:t>
            </a:r>
            <a:r>
              <a:rPr sz="1875" b="0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 </a:t>
            </a:r>
            <a:r>
              <a:rPr sz="1875" b="0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слайдта</a:t>
            </a:r>
            <a:r>
              <a:rPr sz="1875" b="0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 </a:t>
            </a:r>
            <a:r>
              <a:rPr sz="1875" b="0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бір</a:t>
            </a:r>
            <a:r>
              <a:rPr sz="1875" b="0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 </a:t>
            </a:r>
            <a:r>
              <a:rPr sz="1875" b="0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негізгі</a:t>
            </a:r>
            <a:r>
              <a:rPr sz="1875" b="0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 </a:t>
            </a:r>
            <a:r>
              <a:rPr sz="1875" b="0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ой</a:t>
            </a:r>
            <a:r>
              <a:rPr sz="1875" b="0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 </a:t>
            </a:r>
            <a:r>
              <a:rPr sz="1875" b="0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болсын</a:t>
            </a:r>
            <a:r>
              <a:rPr sz="1875" b="0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.</a:t>
            </a:r>
          </a:p>
        </p:txBody>
      </p:sp>
      <p:sp>
        <p:nvSpPr>
          <p:cNvPr id="7" name="Прямоугольник 6">
            <a:extLst xmlns:a="http://schemas.openxmlformats.org/drawingml/2006/main">
              <a:ext uri="{FF2B5EF4-FFF2-40B4-BE49-F238E27FC236}">
                <a16:creationId xmlns:a16="http://schemas.microsoft.com/office/drawing/2014/main" id="{D40256AB-A579-4775-84BC-0F001B1CDF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5143500"/>
            <a:ext cx="10763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59616E"/>
                </a:solidFill>
                <a:latin typeface="DejaVu Sans"/>
                <a:ea typeface="DejaVu Sans"/>
                <a:cs typeface="DejaVu Sans"/>
              </a:defRPr>
            </a:pPr>
            <a:r>
              <a:rPr sz="1200" b="0">
                <a:solidFill>
                  <a:srgbClr val="59616E"/>
                </a:solidFill>
                <a:latin typeface="DejaVu Sans"/>
                <a:ea typeface="DejaVu Sans"/>
                <a:cs typeface="DejaVu Sans"/>
              </a:rPr>
              <a:t>Оқу үлгісі. Құпия және жеке деректерді енгізбейміз.</a:t>
            </a:r>
          </a:p>
        </p:txBody>
      </p:sp>
      <p:sp>
        <p:nvSpPr>
          <p:cNvPr id="8" name="Прямоугольник 7">
            <a:extLst xmlns:a="http://schemas.openxmlformats.org/drawingml/2006/main">
              <a:ext uri="{FF2B5EF4-FFF2-40B4-BE49-F238E27FC236}">
                <a16:creationId xmlns:a16="http://schemas.microsoft.com/office/drawing/2014/main" id="{DF751404-CA94-414B-978B-9EF25B9BA7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9850"/>
            <a:ext cx="476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5679" lnSpcReduction="1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900" b="0">
                <a:solidFill>
                  <a:srgbClr val="59616E"/>
                </a:solidFill>
                <a:latin typeface="DejaVu Sans"/>
                <a:ea typeface="DejaVu Sans"/>
                <a:cs typeface="DejaVu Sans"/>
              </a:defRPr>
            </a:pPr>
            <a:r>
              <a:rPr sz="900" b="0">
                <a:solidFill>
                  <a:srgbClr val="59616E"/>
                </a:solidFill>
                <a:latin typeface="DejaVu Sans"/>
                <a:ea typeface="DejaVu Sans"/>
                <a:cs typeface="DejaVu Sans"/>
              </a:rPr>
              <a:t>29</a:t>
            </a:r>
          </a:p>
        </p:txBody>
      </p:sp>
    </p:spTree>
    <p:extLst>
      <p:ext uri="{BB962C8B-B14F-4D97-AF65-F5344CB8AC3E}">
        <p14:creationId xmlns:p14="http://schemas.microsoft.com/office/powerpoint/2010/main" val="340034053"/>
      </p:ext>
    </p:extLst>
  </p:cSld>
</p:sld>
</file>

<file path=ppt/slides/slide30.xml><?xml version="1.0" encoding="utf-8"?>
<p:sld xmlns:p="http://schemas.openxmlformats.org/presentationml/2006/main">
  <p:cSld>
    <p:bg>
      <p:bgPr>
        <a:solidFill xmlns:a="http://schemas.openxmlformats.org/drawingml/2006/main">
          <a:srgbClr val="F7F7F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Прямоугольник 5">
            <a:extLst xmlns:a="http://schemas.openxmlformats.org/drawingml/2006/main">
              <a:ext uri="{FF2B5EF4-FFF2-40B4-BE49-F238E27FC236}">
                <a16:creationId xmlns:a16="http://schemas.microsoft.com/office/drawing/2014/main" id="{385E3208-5FEE-4096-938E-39BD4E0D7D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28600"/>
            <a:ext cx="3810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9808" lnSpcReduction="1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59616E"/>
                </a:solidFill>
                <a:latin typeface="DejaVu Sans"/>
                <a:ea typeface="DejaVu Sans"/>
                <a:cs typeface="DejaVu Sans"/>
              </a:defRPr>
            </a:pPr>
            <a:r>
              <a:rPr sz="975" b="1">
                <a:solidFill>
                  <a:srgbClr val="59616E"/>
                </a:solidFill>
                <a:latin typeface="DejaVu Sans"/>
                <a:ea typeface="DejaVu Sans"/>
                <a:cs typeface="DejaVu Sans"/>
              </a:rPr>
              <a:t>5. GAMMA</a:t>
            </a:r>
          </a:p>
        </p:txBody>
      </p:sp>
      <p:sp>
        <p:nvSpPr>
          <p:cNvPr id="2" name="Прямоугольник 1">
            <a:extLst xmlns:a="http://schemas.openxmlformats.org/drawingml/2006/main">
              <a:ext uri="{FF2B5EF4-FFF2-40B4-BE49-F238E27FC236}">
                <a16:creationId xmlns:a16="http://schemas.microsoft.com/office/drawing/2014/main" id="{80A6ABD4-73DB-4638-8647-4E34123903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552450"/>
            <a:ext cx="107632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E1420"/>
                </a:solidFill>
                <a:latin typeface="DejaVu Sans"/>
                <a:ea typeface="DejaVu Sans"/>
                <a:cs typeface="DejaVu Sans"/>
              </a:defRPr>
            </a:pPr>
            <a:r>
              <a:rPr sz="2550" b="1">
                <a:solidFill>
                  <a:srgbClr val="0E1420"/>
                </a:solidFill>
                <a:latin typeface="DejaVu Sans"/>
                <a:ea typeface="DejaVu Sans"/>
                <a:cs typeface="DejaVu Sans"/>
              </a:rPr>
              <a:t>Gamma: алынатын нәтиже</a:t>
            </a:r>
          </a:p>
        </p:txBody>
      </p:sp>
      <p:pic>
        <p:nvPicPr>
          <p:cNvPr id="10" name="Рисунок 7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2114ded3ab441e5"/>
          <a:stretch xmlns:a="http://schemas.openxmlformats.org/drawingml/2006/main"/>
        </p:blipFill>
        <p:spPr>
          <a:xfrm xmlns:a="http://schemas.openxmlformats.org/drawingml/2006/main">
            <a:off x="2581666" y="1333500"/>
            <a:ext cx="7028669" cy="4095750"/>
          </a:xfrm>
          <a:prstGeom xmlns:a="http://schemas.openxmlformats.org/drawingml/2006/main" prst="rect">
            <a:avLst/>
          </a:prstGeom>
        </p:spPr>
      </p:pic>
      <p:sp>
        <p:nvSpPr>
          <p:cNvPr id="4" name="Прямоугольник 3">
            <a:extLst xmlns:a="http://schemas.openxmlformats.org/drawingml/2006/main">
              <a:ext uri="{FF2B5EF4-FFF2-40B4-BE49-F238E27FC236}">
                <a16:creationId xmlns:a16="http://schemas.microsoft.com/office/drawing/2014/main" id="{18E3B149-4916-4DC6-AADE-77A8EC70EA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5619750"/>
            <a:ext cx="10763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8FCF25"/>
                </a:solidFill>
                <a:latin typeface="DejaVu Sans"/>
                <a:ea typeface="DejaVu Sans"/>
                <a:cs typeface="DejaVu Sans"/>
              </a:defRPr>
            </a:pPr>
            <a:r>
              <a:rPr sz="1350" b="1">
                <a:solidFill>
                  <a:srgbClr val="8FCF25"/>
                </a:solidFill>
                <a:latin typeface="DejaVu Sans"/>
                <a:ea typeface="DejaVu Sans"/>
                <a:cs typeface="DejaVu Sans"/>
              </a:rPr>
              <a:t>Оқу үлгісі: құрылым дайын болғаннан кейін мәтін, сурет, термин және деректер қайта тексеріледі.</a:t>
            </a:r>
          </a:p>
        </p:txBody>
      </p:sp>
      <p:sp>
        <p:nvSpPr>
          <p:cNvPr id="5" name="Прямоугольник 4">
            <a:extLst xmlns:a="http://schemas.openxmlformats.org/drawingml/2006/main">
              <a:ext uri="{FF2B5EF4-FFF2-40B4-BE49-F238E27FC236}">
                <a16:creationId xmlns:a16="http://schemas.microsoft.com/office/drawing/2014/main" id="{2D04F98B-8204-47DE-B909-D4D2B09B33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9850"/>
            <a:ext cx="476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5679" lnSpcReduction="1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900" b="0">
                <a:solidFill>
                  <a:srgbClr val="59616E"/>
                </a:solidFill>
                <a:latin typeface="DejaVu Sans"/>
                <a:ea typeface="DejaVu Sans"/>
                <a:cs typeface="DejaVu Sans"/>
              </a:defRPr>
            </a:pPr>
            <a:r>
              <a:rPr sz="900" b="0">
                <a:solidFill>
                  <a:srgbClr val="59616E"/>
                </a:solidFill>
                <a:latin typeface="DejaVu Sans"/>
                <a:ea typeface="DejaVu Sans"/>
                <a:cs typeface="DejaVu Sans"/>
              </a:rPr>
              <a:t>30</a:t>
            </a:r>
          </a:p>
        </p:txBody>
      </p:sp>
    </p:spTree>
    <p:extLst>
      <p:ext uri="{BB962C8B-B14F-4D97-AF65-F5344CB8AC3E}">
        <p14:creationId xmlns:p14="http://schemas.microsoft.com/office/powerpoint/2010/main" val="1883412555"/>
      </p:ext>
    </p:extLst>
  </p:cSld>
</p:sld>
</file>

<file path=ppt/slides/slide31.xml><?xml version="1.0" encoding="utf-8"?>
<p:sld xmlns:p="http://schemas.openxmlformats.org/presentationml/2006/main">
  <p:cSld>
    <p:bg>
      <p:bgPr>
        <a:solidFill xmlns:a="http://schemas.openxmlformats.org/drawingml/2006/main">
          <a:srgbClr val="0E142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Прямоугольник 5">
            <a:extLst xmlns:a="http://schemas.openxmlformats.org/drawingml/2006/main">
              <a:ext uri="{FF2B5EF4-FFF2-40B4-BE49-F238E27FC236}">
                <a16:creationId xmlns:a16="http://schemas.microsoft.com/office/drawing/2014/main" id="{959C5625-0E2C-440C-8DAD-767EA1D683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28600"/>
            <a:ext cx="3810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9808" lnSpcReduction="1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B8F238"/>
                </a:solidFill>
                <a:latin typeface="DejaVu Sans"/>
                <a:ea typeface="DejaVu Sans"/>
                <a:cs typeface="DejaVu Sans"/>
              </a:defRPr>
            </a:pPr>
            <a:r>
              <a:rPr sz="975" b="1">
                <a:solidFill>
                  <a:srgbClr val="B8F238"/>
                </a:solidFill>
                <a:latin typeface="DejaVu Sans"/>
                <a:ea typeface="DejaVu Sans"/>
                <a:cs typeface="DejaVu Sans"/>
              </a:rPr>
              <a:t>1-БӨЛІМ</a:t>
            </a:r>
          </a:p>
        </p:txBody>
      </p:sp>
      <p:sp>
        <p:nvSpPr>
          <p:cNvPr id="2" name="Прямоугольник 1">
            <a:extLst xmlns:a="http://schemas.openxmlformats.org/drawingml/2006/main">
              <a:ext uri="{FF2B5EF4-FFF2-40B4-BE49-F238E27FC236}">
                <a16:creationId xmlns:a16="http://schemas.microsoft.com/office/drawing/2014/main" id="{F68CB797-3799-48E5-9616-369A88FD0D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552450"/>
            <a:ext cx="107632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FFFFFF"/>
                </a:solidFill>
                <a:latin typeface="DejaVu Sans"/>
                <a:ea typeface="DejaVu Sans"/>
                <a:cs typeface="DejaVu Sans"/>
              </a:defRPr>
            </a:pPr>
            <a:r>
              <a:rPr sz="2550" b="1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Күнделікті өмірдегі ЖИ</a:t>
            </a:r>
          </a:p>
        </p:txBody>
      </p:sp>
      <p:sp>
        <p:nvSpPr>
          <p:cNvPr id="3" name="Прямоугольник 2">
            <a:extLst xmlns:a="http://schemas.openxmlformats.org/drawingml/2006/main">
              <a:ext uri="{FF2B5EF4-FFF2-40B4-BE49-F238E27FC236}">
                <a16:creationId xmlns:a16="http://schemas.microsoft.com/office/drawing/2014/main" id="{227760C4-728E-4846-A5FC-D5B368A37C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952625"/>
            <a:ext cx="87630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FFFFFF"/>
                </a:solidFill>
                <a:latin typeface="DejaVu Sans"/>
                <a:ea typeface="DejaVu Sans"/>
                <a:cs typeface="DejaVu Sans"/>
              </a:defRPr>
            </a:pPr>
            <a:r>
              <a:rPr sz="2550" b="1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Сапар, сатып алу, күн жоспары және отбасыға арналған материалдар</a:t>
            </a:r>
          </a:p>
        </p:txBody>
      </p:sp>
      <p:sp>
        <p:nvSpPr>
          <p:cNvPr id="4" name="Прямоугольник 3">
            <a:extLst xmlns:a="http://schemas.openxmlformats.org/drawingml/2006/main">
              <a:ext uri="{FF2B5EF4-FFF2-40B4-BE49-F238E27FC236}">
                <a16:creationId xmlns:a16="http://schemas.microsoft.com/office/drawing/2014/main" id="{E3507BBE-01FA-4645-8945-533B315864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3524250"/>
            <a:ext cx="85725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725" b="0">
                <a:solidFill>
                  <a:srgbClr val="B8F238"/>
                </a:solidFill>
                <a:latin typeface="DejaVu Sans"/>
                <a:ea typeface="DejaVu Sans"/>
                <a:cs typeface="DejaVu Sans"/>
              </a:defRPr>
            </a:pPr>
            <a:r>
              <a:rPr sz="1725" b="0">
                <a:solidFill>
                  <a:srgbClr val="B8F238"/>
                </a:solidFill>
                <a:latin typeface="DejaVu Sans"/>
                <a:ea typeface="DejaVu Sans"/>
                <a:cs typeface="DejaVu Sans"/>
              </a:rPr>
              <a:t>Мақсат: дұрыс шарттарды беру және дереккөзді тексеру</a:t>
            </a:r>
          </a:p>
        </p:txBody>
      </p:sp>
      <p:sp>
        <p:nvSpPr>
          <p:cNvPr id="5" name="Прямоугольник 4">
            <a:extLst xmlns:a="http://schemas.openxmlformats.org/drawingml/2006/main">
              <a:ext uri="{FF2B5EF4-FFF2-40B4-BE49-F238E27FC236}">
                <a16:creationId xmlns:a16="http://schemas.microsoft.com/office/drawing/2014/main" id="{668A02D8-89A4-42AF-867F-B2B329281A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9850"/>
            <a:ext cx="476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5679" lnSpcReduction="1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900" b="0">
                <a:solidFill>
                  <a:srgbClr val="59616E"/>
                </a:solidFill>
                <a:latin typeface="DejaVu Sans"/>
                <a:ea typeface="DejaVu Sans"/>
                <a:cs typeface="DejaVu Sans"/>
              </a:defRPr>
            </a:pPr>
            <a:r>
              <a:rPr sz="900" b="0">
                <a:solidFill>
                  <a:srgbClr val="59616E"/>
                </a:solidFill>
                <a:latin typeface="DejaVu Sans"/>
                <a:ea typeface="DejaVu Sans"/>
                <a:cs typeface="DejaVu Sans"/>
              </a:rPr>
              <a:t>31</a:t>
            </a:r>
          </a:p>
        </p:txBody>
      </p:sp>
    </p:spTree>
    <p:extLst>
      <p:ext uri="{BB962C8B-B14F-4D97-AF65-F5344CB8AC3E}">
        <p14:creationId xmlns:p14="http://schemas.microsoft.com/office/powerpoint/2010/main" val="1982090019"/>
      </p:ext>
    </p:extLst>
  </p:cSld>
</p:sld>
</file>

<file path=ppt/slides/slide32.xml><?xml version="1.0" encoding="utf-8"?>
<p:sld xmlns:p="http://schemas.openxmlformats.org/presentationml/2006/main">
  <p:cSld>
    <p:bg>
      <p:bgPr>
        <a:solidFill xmlns:a="http://schemas.openxmlformats.org/drawingml/2006/main">
          <a:srgbClr val="F7F7F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Прямоугольник 8">
            <a:extLst xmlns:a="http://schemas.openxmlformats.org/drawingml/2006/main">
              <a:ext uri="{FF2B5EF4-FFF2-40B4-BE49-F238E27FC236}">
                <a16:creationId xmlns:a16="http://schemas.microsoft.com/office/drawing/2014/main" id="{6AE4AFA1-60F4-4F73-AF93-33FD0DD1F3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28600"/>
            <a:ext cx="3810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9808" lnSpcReduction="1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59616E"/>
                </a:solidFill>
                <a:latin typeface="DejaVu Sans"/>
                <a:ea typeface="DejaVu Sans"/>
                <a:cs typeface="DejaVu Sans"/>
              </a:defRPr>
            </a:pPr>
            <a:r>
              <a:rPr sz="975" b="1">
                <a:solidFill>
                  <a:srgbClr val="59616E"/>
                </a:solidFill>
                <a:latin typeface="DejaVu Sans"/>
                <a:ea typeface="DejaVu Sans"/>
                <a:cs typeface="DejaVu Sans"/>
              </a:rPr>
              <a:t>ПРАКТИКА</a:t>
            </a:r>
          </a:p>
        </p:txBody>
      </p:sp>
      <p:sp>
        <p:nvSpPr>
          <p:cNvPr id="2" name="Прямоугольник 1">
            <a:extLst xmlns:a="http://schemas.openxmlformats.org/drawingml/2006/main">
              <a:ext uri="{FF2B5EF4-FFF2-40B4-BE49-F238E27FC236}">
                <a16:creationId xmlns:a16="http://schemas.microsoft.com/office/drawing/2014/main" id="{F6602AE3-3080-481B-932F-EE14775221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552450"/>
            <a:ext cx="107632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E1420"/>
                </a:solidFill>
                <a:latin typeface="DejaVu Sans"/>
                <a:ea typeface="DejaVu Sans"/>
                <a:cs typeface="DejaVu Sans"/>
              </a:defRPr>
            </a:pPr>
            <a:r>
              <a:rPr sz="2550" b="1">
                <a:solidFill>
                  <a:srgbClr val="0E1420"/>
                </a:solidFill>
                <a:latin typeface="DejaVu Sans"/>
                <a:ea typeface="DejaVu Sans"/>
                <a:cs typeface="DejaVu Sans"/>
              </a:rPr>
              <a:t>Сапарды жоспарлау</a:t>
            </a:r>
          </a:p>
        </p:txBody>
      </p:sp>
      <p:sp>
        <p:nvSpPr>
          <p:cNvPr id="3" name="Прямоугольник 2">
            <a:extLst xmlns:a="http://schemas.openxmlformats.org/drawingml/2006/main">
              <a:ext uri="{FF2B5EF4-FFF2-40B4-BE49-F238E27FC236}">
                <a16:creationId xmlns:a16="http://schemas.microsoft.com/office/drawing/2014/main" id="{03E858B3-D84A-448E-A493-121D97D5A4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257300"/>
            <a:ext cx="10763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59616E"/>
                </a:solidFill>
                <a:latin typeface="DejaVu Sans"/>
                <a:ea typeface="DejaVu Sans"/>
                <a:cs typeface="DejaVu Sans"/>
              </a:defRPr>
            </a:pPr>
            <a:r>
              <a:rPr sz="1350" b="0">
                <a:solidFill>
                  <a:srgbClr val="59616E"/>
                </a:solidFill>
                <a:latin typeface="DejaVu Sans"/>
                <a:ea typeface="DejaVu Sans"/>
                <a:cs typeface="DejaVu Sans"/>
              </a:rPr>
              <a:t>Іздеу нәтижесін сатып алудың орнына қолданбаймыз</a:t>
            </a:r>
          </a:p>
        </p:txBody>
      </p:sp>
      <p:sp>
        <p:nvSpPr>
          <p:cNvPr id="4" name="Скругленный прямоугольник 3">
            <a:extLst xmlns:a="http://schemas.openxmlformats.org/drawingml/2006/main">
              <a:ext uri="{FF2B5EF4-FFF2-40B4-BE49-F238E27FC236}">
                <a16:creationId xmlns:a16="http://schemas.microsoft.com/office/drawing/2014/main" id="{DCC1E44F-5AC1-4766-8736-20B575203C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49" y="1809750"/>
            <a:ext cx="11372849" cy="1368879"/>
          </a:xfrm>
          <a:prstGeom xmlns:a="http://schemas.openxmlformats.org/drawingml/2006/main" prst="roundRect">
            <a:avLst>
              <a:gd name="adj" fmla="val 5625"/>
            </a:avLst>
          </a:prstGeom>
          <a:solidFill xmlns:a="http://schemas.openxmlformats.org/drawingml/2006/main">
            <a:srgbClr val="0E1420"/>
          </a:solidFill>
          <a:ln xmlns:a="http://schemas.openxmlformats.org/drawingml/2006/main" w="9525">
            <a:solidFill>
              <a:srgbClr val="0E142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5" name="Прямоугольник 4">
            <a:extLst xmlns:a="http://schemas.openxmlformats.org/drawingml/2006/main">
              <a:ext uri="{FF2B5EF4-FFF2-40B4-BE49-F238E27FC236}">
                <a16:creationId xmlns:a16="http://schemas.microsoft.com/office/drawing/2014/main" id="{AF1AB5EC-C86E-42C2-9F73-7164ADC477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2038350"/>
            <a:ext cx="1238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B8F238"/>
                </a:solidFill>
                <a:latin typeface="DejaVu Sans"/>
                <a:ea typeface="DejaVu Sans"/>
                <a:cs typeface="DejaVu Sans"/>
              </a:defRPr>
            </a:pPr>
            <a:r>
              <a:rPr sz="1050" b="1">
                <a:solidFill>
                  <a:srgbClr val="B8F238"/>
                </a:solidFill>
                <a:latin typeface="DejaVu Sans"/>
                <a:ea typeface="DejaVu Sans"/>
                <a:cs typeface="DejaVu Sans"/>
              </a:rPr>
              <a:t>СҰРАУ</a:t>
            </a:r>
          </a:p>
        </p:txBody>
      </p:sp>
      <p:sp>
        <p:nvSpPr>
          <p:cNvPr id="6" name="Прямоугольник 5">
            <a:extLst xmlns:a="http://schemas.openxmlformats.org/drawingml/2006/main">
              <a:ext uri="{FF2B5EF4-FFF2-40B4-BE49-F238E27FC236}">
                <a16:creationId xmlns:a16="http://schemas.microsoft.com/office/drawing/2014/main" id="{22130273-E3B5-4B4B-9E87-7B771AC990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564" y="1619250"/>
            <a:ext cx="10287000" cy="2095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875" b="0">
                <a:solidFill>
                  <a:srgbClr val="FFFFFF"/>
                </a:solidFill>
                <a:latin typeface="DejaVu Sans"/>
                <a:ea typeface="DejaVu Sans"/>
                <a:cs typeface="DejaVu Sans"/>
              </a:defRPr>
            </a:pPr>
            <a:r>
              <a:rPr sz="1875" b="0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Алматыдан</a:t>
            </a:r>
            <a:r>
              <a:rPr sz="1875" b="0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 </a:t>
            </a:r>
            <a:r>
              <a:rPr sz="1875" b="0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Астанаға</a:t>
            </a:r>
            <a:r>
              <a:rPr sz="1875" b="0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 25 </a:t>
            </a:r>
            <a:r>
              <a:rPr sz="1875" b="0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қыркүйекте</a:t>
            </a:r>
            <a:r>
              <a:rPr sz="1875" b="0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 </a:t>
            </a:r>
            <a:r>
              <a:rPr sz="1875" b="0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бір</a:t>
            </a:r>
            <a:r>
              <a:rPr sz="1875" b="0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 </a:t>
            </a:r>
            <a:r>
              <a:rPr sz="1875" b="0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адамға</a:t>
            </a:r>
            <a:r>
              <a:rPr sz="1875" b="0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 </a:t>
            </a:r>
            <a:r>
              <a:rPr sz="1875" b="0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рейстерді</a:t>
            </a:r>
            <a:r>
              <a:rPr sz="1875" b="0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 </a:t>
            </a:r>
            <a:r>
              <a:rPr sz="1875" b="0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салыстыруға</a:t>
            </a:r>
            <a:r>
              <a:rPr sz="1875" b="0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 </a:t>
            </a:r>
            <a:r>
              <a:rPr sz="1875" b="0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көмектес</a:t>
            </a:r>
            <a:r>
              <a:rPr sz="1875" b="0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. 20:00-ге </a:t>
            </a:r>
            <a:r>
              <a:rPr sz="1875" b="0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дейін</a:t>
            </a:r>
            <a:r>
              <a:rPr sz="1875" b="0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 </a:t>
            </a:r>
            <a:r>
              <a:rPr sz="1875" b="0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келуім</a:t>
            </a:r>
            <a:r>
              <a:rPr sz="1875" b="0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 </a:t>
            </a:r>
            <a:r>
              <a:rPr sz="1875" b="0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керек</a:t>
            </a:r>
            <a:r>
              <a:rPr sz="1875" b="0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, 20 </a:t>
            </a:r>
            <a:r>
              <a:rPr sz="1875" b="0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кг</a:t>
            </a:r>
            <a:r>
              <a:rPr sz="1875" b="0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 </a:t>
            </a:r>
            <a:r>
              <a:rPr sz="1875" b="0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багаж</a:t>
            </a:r>
            <a:r>
              <a:rPr sz="1875" b="0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 </a:t>
            </a:r>
            <a:r>
              <a:rPr sz="1875" b="0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қажет</a:t>
            </a:r>
            <a:r>
              <a:rPr sz="1875" b="0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. </a:t>
            </a:r>
            <a:r>
              <a:rPr sz="1875" b="0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Нәтижені</a:t>
            </a:r>
            <a:r>
              <a:rPr sz="1875" b="0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 </a:t>
            </a:r>
            <a:r>
              <a:rPr sz="1875" b="0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кестемен</a:t>
            </a:r>
            <a:r>
              <a:rPr sz="1875" b="0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 </a:t>
            </a:r>
            <a:r>
              <a:rPr sz="1875" b="0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бер</a:t>
            </a:r>
            <a:r>
              <a:rPr sz="1875" b="0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: </a:t>
            </a:r>
            <a:r>
              <a:rPr sz="1875" b="0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ұшу</a:t>
            </a:r>
            <a:r>
              <a:rPr sz="1875" b="0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 </a:t>
            </a:r>
            <a:r>
              <a:rPr sz="1875" b="0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уақыты</a:t>
            </a:r>
            <a:r>
              <a:rPr sz="1875" b="0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, </a:t>
            </a:r>
            <a:r>
              <a:rPr sz="1875" b="0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келу</a:t>
            </a:r>
            <a:r>
              <a:rPr sz="1875" b="0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 </a:t>
            </a:r>
            <a:r>
              <a:rPr sz="1875" b="0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уақыты</a:t>
            </a:r>
            <a:r>
              <a:rPr sz="1875" b="0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, </a:t>
            </a:r>
            <a:r>
              <a:rPr sz="1875" b="0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багаж</a:t>
            </a:r>
            <a:r>
              <a:rPr sz="1875" b="0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, </a:t>
            </a:r>
            <a:r>
              <a:rPr sz="1875" b="0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толық</a:t>
            </a:r>
            <a:r>
              <a:rPr sz="1875" b="0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 </a:t>
            </a:r>
            <a:r>
              <a:rPr sz="1875" b="0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баға</a:t>
            </a:r>
            <a:r>
              <a:rPr sz="1875" b="0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, </a:t>
            </a:r>
            <a:r>
              <a:rPr sz="1875" b="0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дереккөз</a:t>
            </a:r>
            <a:r>
              <a:rPr sz="1875" b="0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 </a:t>
            </a:r>
            <a:r>
              <a:rPr sz="1875" b="0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және</a:t>
            </a:r>
            <a:r>
              <a:rPr sz="1875" b="0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 </a:t>
            </a:r>
            <a:r>
              <a:rPr sz="1875" b="0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тексерілген</a:t>
            </a:r>
            <a:r>
              <a:rPr sz="1875" b="0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 </a:t>
            </a:r>
            <a:r>
              <a:rPr sz="1875" b="0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күн</a:t>
            </a:r>
            <a:r>
              <a:rPr sz="1875" b="0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.</a:t>
            </a:r>
          </a:p>
        </p:txBody>
      </p:sp>
      <p:sp>
        <p:nvSpPr>
          <p:cNvPr id="7" name="Прямоугольник 6">
            <a:extLst xmlns:a="http://schemas.openxmlformats.org/drawingml/2006/main">
              <a:ext uri="{FF2B5EF4-FFF2-40B4-BE49-F238E27FC236}">
                <a16:creationId xmlns:a16="http://schemas.microsoft.com/office/drawing/2014/main" id="{D0DFD2C4-308F-4422-AC06-6DEBAE69FA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3254829"/>
            <a:ext cx="10763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59616E"/>
                </a:solidFill>
                <a:latin typeface="DejaVu Sans"/>
                <a:ea typeface="DejaVu Sans"/>
                <a:cs typeface="DejaVu Sans"/>
              </a:defRPr>
            </a:pPr>
            <a:r>
              <a:rPr sz="1200" b="0">
                <a:solidFill>
                  <a:srgbClr val="59616E"/>
                </a:solidFill>
                <a:latin typeface="DejaVu Sans"/>
                <a:ea typeface="DejaVu Sans"/>
                <a:cs typeface="DejaVu Sans"/>
              </a:rPr>
              <a:t>Оқу үлгісі. Құпия және жеке деректерді енгізбейміз.</a:t>
            </a:r>
          </a:p>
        </p:txBody>
      </p:sp>
      <p:sp>
        <p:nvSpPr>
          <p:cNvPr id="8" name="Прямоугольник 7">
            <a:extLst xmlns:a="http://schemas.openxmlformats.org/drawingml/2006/main">
              <a:ext uri="{FF2B5EF4-FFF2-40B4-BE49-F238E27FC236}">
                <a16:creationId xmlns:a16="http://schemas.microsoft.com/office/drawing/2014/main" id="{51970DB5-C649-49A6-B780-5B0B396F75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9850"/>
            <a:ext cx="476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5679" lnSpcReduction="1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900" b="0">
                <a:solidFill>
                  <a:srgbClr val="59616E"/>
                </a:solidFill>
                <a:latin typeface="DejaVu Sans"/>
                <a:ea typeface="DejaVu Sans"/>
                <a:cs typeface="DejaVu Sans"/>
              </a:defRPr>
            </a:pPr>
            <a:r>
              <a:rPr sz="900" b="0">
                <a:solidFill>
                  <a:srgbClr val="59616E"/>
                </a:solidFill>
                <a:latin typeface="DejaVu Sans"/>
                <a:ea typeface="DejaVu Sans"/>
                <a:cs typeface="DejaVu Sans"/>
              </a:rPr>
              <a:t>32</a:t>
            </a:r>
          </a:p>
        </p:txBody>
      </p:sp>
      <p:pic>
        <p:nvPicPr>
          <p:cNvPr id="20" name="Рисунок 1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4e24f75db544abc"/>
          <a:srcRect xmlns:a="http://schemas.openxmlformats.org/drawingml/2006/main" l="26891" t="0" r="0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19125" y="3790950"/>
            <a:ext cx="5055961" cy="2319564"/>
          </a:xfrm>
          <a:prstGeom xmlns:a="http://schemas.openxmlformats.org/drawingml/2006/main" prst="rect">
            <a:avLst/>
          </a:prstGeom>
        </p:spPr>
      </p:pic>
      <p:pic>
        <p:nvPicPr>
          <p:cNvPr id="21" name="Рисунок 1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6fe82bcfc484626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5779076" y="3325884"/>
            <a:ext cx="6298623" cy="3482832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46520050"/>
      </p:ext>
    </p:extLst>
  </p:cSld>
</p:sld>
</file>

<file path=ppt/slides/slide33.xml><?xml version="1.0" encoding="utf-8"?>
<p:sld xmlns:p="http://schemas.openxmlformats.org/presentationml/2006/main">
  <p:cSld>
    <p:bg>
      <p:bgPr>
        <a:solidFill xmlns:a="http://schemas.openxmlformats.org/drawingml/2006/main">
          <a:srgbClr val="F7F7F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Прямоугольник 8">
            <a:extLst xmlns:a="http://schemas.openxmlformats.org/drawingml/2006/main">
              <a:ext uri="{FF2B5EF4-FFF2-40B4-BE49-F238E27FC236}">
                <a16:creationId xmlns:a16="http://schemas.microsoft.com/office/drawing/2014/main" id="{2E400159-7591-4055-87B4-AA97CFFE51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28600"/>
            <a:ext cx="3810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9808" lnSpcReduction="1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59616E"/>
                </a:solidFill>
                <a:latin typeface="DejaVu Sans"/>
                <a:ea typeface="DejaVu Sans"/>
                <a:cs typeface="DejaVu Sans"/>
              </a:defRPr>
            </a:pPr>
            <a:r>
              <a:rPr sz="975" b="1">
                <a:solidFill>
                  <a:srgbClr val="59616E"/>
                </a:solidFill>
                <a:latin typeface="DejaVu Sans"/>
                <a:ea typeface="DejaVu Sans"/>
                <a:cs typeface="DejaVu Sans"/>
              </a:rPr>
              <a:t>ПРАКТИКА</a:t>
            </a:r>
          </a:p>
        </p:txBody>
      </p:sp>
      <p:sp>
        <p:nvSpPr>
          <p:cNvPr id="2" name="Прямоугольник 1">
            <a:extLst xmlns:a="http://schemas.openxmlformats.org/drawingml/2006/main">
              <a:ext uri="{FF2B5EF4-FFF2-40B4-BE49-F238E27FC236}">
                <a16:creationId xmlns:a16="http://schemas.microsoft.com/office/drawing/2014/main" id="{3A0A6105-DF56-43A8-B72E-558B806486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552450"/>
            <a:ext cx="107632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E1420"/>
                </a:solidFill>
                <a:latin typeface="DejaVu Sans"/>
                <a:ea typeface="DejaVu Sans"/>
                <a:cs typeface="DejaVu Sans"/>
              </a:defRPr>
            </a:pPr>
            <a:r>
              <a:rPr sz="2550" b="1">
                <a:solidFill>
                  <a:srgbClr val="0E1420"/>
                </a:solidFill>
                <a:latin typeface="DejaVu Sans"/>
                <a:ea typeface="DejaVu Sans"/>
                <a:cs typeface="DejaVu Sans"/>
              </a:rPr>
              <a:t>Сатып алуды салыстыру</a:t>
            </a:r>
          </a:p>
        </p:txBody>
      </p:sp>
      <p:sp>
        <p:nvSpPr>
          <p:cNvPr id="3" name="Прямоугольник 2">
            <a:extLst xmlns:a="http://schemas.openxmlformats.org/drawingml/2006/main">
              <a:ext uri="{FF2B5EF4-FFF2-40B4-BE49-F238E27FC236}">
                <a16:creationId xmlns:a16="http://schemas.microsoft.com/office/drawing/2014/main" id="{3380BA03-5992-4C4F-A6B4-0300655C79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952500"/>
            <a:ext cx="10763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59616E"/>
                </a:solidFill>
                <a:latin typeface="DejaVu Sans"/>
                <a:ea typeface="DejaVu Sans"/>
                <a:cs typeface="DejaVu Sans"/>
              </a:defRPr>
            </a:pPr>
            <a:r>
              <a:rPr sz="1350" b="0">
                <a:solidFill>
                  <a:srgbClr val="59616E"/>
                </a:solidFill>
                <a:latin typeface="DejaVu Sans"/>
                <a:ea typeface="DejaVu Sans"/>
                <a:cs typeface="DejaVu Sans"/>
              </a:rPr>
              <a:t>Баға</a:t>
            </a:r>
            <a:r>
              <a:rPr sz="1350" b="0">
                <a:solidFill>
                  <a:srgbClr val="59616E"/>
                </a:solidFill>
                <a:latin typeface="DejaVu Sans"/>
                <a:ea typeface="DejaVu Sans"/>
                <a:cs typeface="DejaVu Sans"/>
              </a:rPr>
              <a:t> </a:t>
            </a:r>
            <a:r>
              <a:rPr sz="1350" b="0">
                <a:solidFill>
                  <a:srgbClr val="59616E"/>
                </a:solidFill>
                <a:latin typeface="DejaVu Sans"/>
                <a:ea typeface="DejaVu Sans"/>
                <a:cs typeface="DejaVu Sans"/>
              </a:rPr>
              <a:t>емес</a:t>
            </a:r>
            <a:r>
              <a:rPr sz="1350" b="0">
                <a:solidFill>
                  <a:srgbClr val="59616E"/>
                </a:solidFill>
                <a:latin typeface="DejaVu Sans"/>
                <a:ea typeface="DejaVu Sans"/>
                <a:cs typeface="DejaVu Sans"/>
              </a:rPr>
              <a:t>, </a:t>
            </a:r>
            <a:r>
              <a:rPr sz="1350" b="0">
                <a:solidFill>
                  <a:srgbClr val="59616E"/>
                </a:solidFill>
                <a:latin typeface="DejaVu Sans"/>
                <a:ea typeface="DejaVu Sans"/>
                <a:cs typeface="DejaVu Sans"/>
              </a:rPr>
              <a:t>толық</a:t>
            </a:r>
            <a:r>
              <a:rPr sz="1350" b="0">
                <a:solidFill>
                  <a:srgbClr val="59616E"/>
                </a:solidFill>
                <a:latin typeface="DejaVu Sans"/>
                <a:ea typeface="DejaVu Sans"/>
                <a:cs typeface="DejaVu Sans"/>
              </a:rPr>
              <a:t> </a:t>
            </a:r>
            <a:r>
              <a:rPr sz="1350" b="0">
                <a:solidFill>
                  <a:srgbClr val="59616E"/>
                </a:solidFill>
                <a:latin typeface="DejaVu Sans"/>
                <a:ea typeface="DejaVu Sans"/>
                <a:cs typeface="DejaVu Sans"/>
              </a:rPr>
              <a:t>пайдалану</a:t>
            </a:r>
            <a:r>
              <a:rPr sz="1350" b="0">
                <a:solidFill>
                  <a:srgbClr val="59616E"/>
                </a:solidFill>
                <a:latin typeface="DejaVu Sans"/>
                <a:ea typeface="DejaVu Sans"/>
                <a:cs typeface="DejaVu Sans"/>
              </a:rPr>
              <a:t> </a:t>
            </a:r>
            <a:r>
              <a:rPr sz="1350" b="0">
                <a:solidFill>
                  <a:srgbClr val="59616E"/>
                </a:solidFill>
                <a:latin typeface="DejaVu Sans"/>
                <a:ea typeface="DejaVu Sans"/>
                <a:cs typeface="DejaVu Sans"/>
              </a:rPr>
              <a:t>шығынын</a:t>
            </a:r>
            <a:r>
              <a:rPr sz="1350" b="0">
                <a:solidFill>
                  <a:srgbClr val="59616E"/>
                </a:solidFill>
                <a:latin typeface="DejaVu Sans"/>
                <a:ea typeface="DejaVu Sans"/>
                <a:cs typeface="DejaVu Sans"/>
              </a:rPr>
              <a:t> </a:t>
            </a:r>
            <a:r>
              <a:rPr sz="1350" b="0">
                <a:solidFill>
                  <a:srgbClr val="59616E"/>
                </a:solidFill>
                <a:latin typeface="DejaVu Sans"/>
                <a:ea typeface="DejaVu Sans"/>
                <a:cs typeface="DejaVu Sans"/>
              </a:rPr>
              <a:t>салыстырамыз</a:t>
            </a:r>
            <a:endParaRPr sz="1350" b="0">
              <a:solidFill>
                <a:srgbClr val="59616E"/>
              </a:solidFill>
              <a:latin typeface="DejaVu Sans"/>
              <a:ea typeface="DejaVu Sans"/>
              <a:cs typeface="DejaVu Sans"/>
            </a:endParaRPr>
          </a:p>
        </p:txBody>
      </p:sp>
      <p:sp>
        <p:nvSpPr>
          <p:cNvPr id="4" name="Скругленный прямоугольник 3">
            <a:extLst xmlns:a="http://schemas.openxmlformats.org/drawingml/2006/main">
              <a:ext uri="{FF2B5EF4-FFF2-40B4-BE49-F238E27FC236}">
                <a16:creationId xmlns:a16="http://schemas.microsoft.com/office/drawing/2014/main" id="{EEF8E33C-9145-468D-8F2B-544CB567E1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314450"/>
            <a:ext cx="10763250" cy="1752600"/>
          </a:xfrm>
          <a:prstGeom xmlns:a="http://schemas.openxmlformats.org/drawingml/2006/main" prst="roundRect">
            <a:avLst>
              <a:gd name="adj" fmla="val 5625"/>
            </a:avLst>
          </a:prstGeom>
          <a:solidFill xmlns:a="http://schemas.openxmlformats.org/drawingml/2006/main">
            <a:srgbClr val="0E1420"/>
          </a:solidFill>
          <a:ln xmlns:a="http://schemas.openxmlformats.org/drawingml/2006/main" w="9525">
            <a:solidFill>
              <a:srgbClr val="0E142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5" name="Прямоугольник 4">
            <a:extLst xmlns:a="http://schemas.openxmlformats.org/drawingml/2006/main">
              <a:ext uri="{FF2B5EF4-FFF2-40B4-BE49-F238E27FC236}">
                <a16:creationId xmlns:a16="http://schemas.microsoft.com/office/drawing/2014/main" id="{DEA53009-4986-4A03-ADD5-41BA337DB3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1485900"/>
            <a:ext cx="1238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B8F238"/>
                </a:solidFill>
                <a:latin typeface="DejaVu Sans"/>
                <a:ea typeface="DejaVu Sans"/>
                <a:cs typeface="DejaVu Sans"/>
              </a:defRPr>
            </a:pPr>
            <a:r>
              <a:rPr sz="1050" b="1">
                <a:solidFill>
                  <a:srgbClr val="B8F238"/>
                </a:solidFill>
                <a:latin typeface="DejaVu Sans"/>
                <a:ea typeface="DejaVu Sans"/>
                <a:cs typeface="DejaVu Sans"/>
              </a:rPr>
              <a:t>СҰРАУ</a:t>
            </a:r>
          </a:p>
        </p:txBody>
      </p:sp>
      <p:sp>
        <p:nvSpPr>
          <p:cNvPr id="6" name="Прямоугольник 5">
            <a:extLst xmlns:a="http://schemas.openxmlformats.org/drawingml/2006/main">
              <a:ext uri="{FF2B5EF4-FFF2-40B4-BE49-F238E27FC236}">
                <a16:creationId xmlns:a16="http://schemas.microsoft.com/office/drawing/2014/main" id="{F7664FF3-450A-4C14-8A37-95A633DC9F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975" y="1295400"/>
            <a:ext cx="10287000" cy="2095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875" b="0">
                <a:solidFill>
                  <a:srgbClr val="FFFFFF"/>
                </a:solidFill>
                <a:latin typeface="DejaVu Sans"/>
                <a:ea typeface="DejaVu Sans"/>
                <a:cs typeface="DejaVu Sans"/>
              </a:defRPr>
            </a:pPr>
            <a:r>
              <a:rPr sz="1875" b="0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Мына</a:t>
            </a:r>
            <a:r>
              <a:rPr sz="1875" b="0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 </a:t>
            </a:r>
            <a:r>
              <a:rPr sz="1875" b="0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екі</a:t>
            </a:r>
            <a:r>
              <a:rPr sz="1875" b="0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 </a:t>
            </a:r>
            <a:r>
              <a:rPr sz="1875" b="0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принтер</a:t>
            </a:r>
            <a:r>
              <a:rPr sz="1875" b="0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 </a:t>
            </a:r>
            <a:r>
              <a:rPr sz="1875" b="0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моделін</a:t>
            </a:r>
            <a:r>
              <a:rPr sz="1875" b="0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 </a:t>
            </a:r>
            <a:r>
              <a:rPr sz="1875" b="0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салыстыр</a:t>
            </a:r>
            <a:r>
              <a:rPr sz="1875" b="0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: [</a:t>
            </a:r>
            <a:r>
              <a:rPr sz="1875" b="0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сілтеме</a:t>
            </a:r>
            <a:r>
              <a:rPr sz="1875" b="0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 1] </a:t>
            </a:r>
            <a:r>
              <a:rPr sz="1875" b="0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және</a:t>
            </a:r>
            <a:r>
              <a:rPr sz="1875" b="0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 [</a:t>
            </a:r>
            <a:r>
              <a:rPr sz="1875" b="0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сілтеме</a:t>
            </a:r>
            <a:r>
              <a:rPr sz="1875" b="0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 2]. </a:t>
            </a:r>
            <a:r>
              <a:rPr sz="1875" b="0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Айына</a:t>
            </a:r>
            <a:r>
              <a:rPr sz="1875" b="0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 500 </a:t>
            </a:r>
            <a:r>
              <a:rPr sz="1875" b="0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бет</a:t>
            </a:r>
            <a:r>
              <a:rPr sz="1875" b="0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 </a:t>
            </a:r>
            <a:r>
              <a:rPr sz="1875" b="0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басып</a:t>
            </a:r>
            <a:r>
              <a:rPr sz="1875" b="0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 </a:t>
            </a:r>
            <a:r>
              <a:rPr sz="1875" b="0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шығарамын</a:t>
            </a:r>
            <a:r>
              <a:rPr sz="1875" b="0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. </a:t>
            </a:r>
            <a:r>
              <a:rPr sz="1875" b="0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Өндіруші</a:t>
            </a:r>
            <a:r>
              <a:rPr sz="1875" b="0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 </a:t>
            </a:r>
            <a:r>
              <a:rPr sz="1875" b="0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сайтынан</a:t>
            </a:r>
            <a:r>
              <a:rPr sz="1875" b="0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 </a:t>
            </a:r>
            <a:r>
              <a:rPr sz="1875" b="0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басу</a:t>
            </a:r>
            <a:r>
              <a:rPr sz="1875" b="0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 </a:t>
            </a:r>
            <a:r>
              <a:rPr sz="1875" b="0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жылдамдығын</a:t>
            </a:r>
            <a:r>
              <a:rPr sz="1875" b="0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, </a:t>
            </a:r>
            <a:r>
              <a:rPr sz="1875" b="0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екіжақты</a:t>
            </a:r>
            <a:r>
              <a:rPr sz="1875" b="0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 </a:t>
            </a:r>
            <a:r>
              <a:rPr sz="1875" b="0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басуды</a:t>
            </a:r>
            <a:r>
              <a:rPr sz="1875" b="0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, </a:t>
            </a:r>
            <a:r>
              <a:rPr sz="1875" b="0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картридж</a:t>
            </a:r>
            <a:r>
              <a:rPr sz="1875" b="0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 </a:t>
            </a:r>
            <a:r>
              <a:rPr sz="1875" b="0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ресурсын</a:t>
            </a:r>
            <a:r>
              <a:rPr sz="1875" b="0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 </a:t>
            </a:r>
            <a:r>
              <a:rPr sz="1875" b="0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және</a:t>
            </a:r>
            <a:r>
              <a:rPr sz="1875" b="0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 </a:t>
            </a:r>
            <a:r>
              <a:rPr sz="1875" b="0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кепілдікті</a:t>
            </a:r>
            <a:r>
              <a:rPr sz="1875" b="0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 </a:t>
            </a:r>
            <a:r>
              <a:rPr sz="1875" b="0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тексер</a:t>
            </a:r>
            <a:r>
              <a:rPr sz="1875" b="0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. </a:t>
            </a:r>
            <a:r>
              <a:rPr sz="1875" b="0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Соңында</a:t>
            </a:r>
            <a:r>
              <a:rPr sz="1875" b="0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 </a:t>
            </a:r>
            <a:r>
              <a:rPr sz="1875" b="0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менің</a:t>
            </a:r>
            <a:r>
              <a:rPr sz="1875" b="0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 </a:t>
            </a:r>
            <a:r>
              <a:rPr sz="1875" b="0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талабым</a:t>
            </a:r>
            <a:r>
              <a:rPr sz="1875" b="0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 </a:t>
            </a:r>
            <a:r>
              <a:rPr sz="1875" b="0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үшін</a:t>
            </a:r>
            <a:r>
              <a:rPr sz="1875" b="0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 </a:t>
            </a:r>
            <a:r>
              <a:rPr sz="1875" b="0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қолайлысын</a:t>
            </a:r>
            <a:r>
              <a:rPr sz="1875" b="0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 </a:t>
            </a:r>
            <a:r>
              <a:rPr sz="1875" b="0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түсіндір</a:t>
            </a:r>
            <a:r>
              <a:rPr sz="1875" b="0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.</a:t>
            </a:r>
          </a:p>
        </p:txBody>
      </p:sp>
      <p:sp>
        <p:nvSpPr>
          <p:cNvPr id="7" name="Прямоугольник 6">
            <a:extLst xmlns:a="http://schemas.openxmlformats.org/drawingml/2006/main">
              <a:ext uri="{FF2B5EF4-FFF2-40B4-BE49-F238E27FC236}">
                <a16:creationId xmlns:a16="http://schemas.microsoft.com/office/drawing/2014/main" id="{9D30B7D0-AECE-43AE-A438-25BCF4B1A7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143250"/>
            <a:ext cx="10763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59616E"/>
                </a:solidFill>
                <a:latin typeface="DejaVu Sans"/>
                <a:ea typeface="DejaVu Sans"/>
                <a:cs typeface="DejaVu Sans"/>
              </a:defRPr>
            </a:pPr>
            <a:r>
              <a:rPr sz="1200" b="0">
                <a:solidFill>
                  <a:srgbClr val="59616E"/>
                </a:solidFill>
                <a:latin typeface="DejaVu Sans"/>
                <a:ea typeface="DejaVu Sans"/>
                <a:cs typeface="DejaVu Sans"/>
              </a:rPr>
              <a:t>Оқу </a:t>
            </a:r>
            <a:r>
              <a:rPr sz="1200" b="0">
                <a:solidFill>
                  <a:srgbClr val="59616E"/>
                </a:solidFill>
                <a:latin typeface="DejaVu Sans"/>
                <a:ea typeface="DejaVu Sans"/>
                <a:cs typeface="DejaVu Sans"/>
              </a:rPr>
              <a:t>үлгісі</a:t>
            </a:r>
            <a:r>
              <a:rPr sz="1200" b="0">
                <a:solidFill>
                  <a:srgbClr val="59616E"/>
                </a:solidFill>
                <a:latin typeface="DejaVu Sans"/>
                <a:ea typeface="DejaVu Sans"/>
                <a:cs typeface="DejaVu Sans"/>
              </a:rPr>
              <a:t>. </a:t>
            </a:r>
            <a:r>
              <a:rPr sz="1200" b="0">
                <a:solidFill>
                  <a:srgbClr val="59616E"/>
                </a:solidFill>
                <a:latin typeface="DejaVu Sans"/>
                <a:ea typeface="DejaVu Sans"/>
                <a:cs typeface="DejaVu Sans"/>
              </a:rPr>
              <a:t>Құпия</a:t>
            </a:r>
            <a:r>
              <a:rPr sz="1200" b="0">
                <a:solidFill>
                  <a:srgbClr val="59616E"/>
                </a:solidFill>
                <a:latin typeface="DejaVu Sans"/>
                <a:ea typeface="DejaVu Sans"/>
                <a:cs typeface="DejaVu Sans"/>
              </a:rPr>
              <a:t> </a:t>
            </a:r>
            <a:r>
              <a:rPr sz="1200" b="0">
                <a:solidFill>
                  <a:srgbClr val="59616E"/>
                </a:solidFill>
                <a:latin typeface="DejaVu Sans"/>
                <a:ea typeface="DejaVu Sans"/>
                <a:cs typeface="DejaVu Sans"/>
              </a:rPr>
              <a:t>және</a:t>
            </a:r>
            <a:r>
              <a:rPr sz="1200" b="0">
                <a:solidFill>
                  <a:srgbClr val="59616E"/>
                </a:solidFill>
                <a:latin typeface="DejaVu Sans"/>
                <a:ea typeface="DejaVu Sans"/>
                <a:cs typeface="DejaVu Sans"/>
              </a:rPr>
              <a:t> </a:t>
            </a:r>
            <a:r>
              <a:rPr sz="1200" b="0">
                <a:solidFill>
                  <a:srgbClr val="59616E"/>
                </a:solidFill>
                <a:latin typeface="DejaVu Sans"/>
                <a:ea typeface="DejaVu Sans"/>
                <a:cs typeface="DejaVu Sans"/>
              </a:rPr>
              <a:t>жеке</a:t>
            </a:r>
            <a:r>
              <a:rPr sz="1200" b="0">
                <a:solidFill>
                  <a:srgbClr val="59616E"/>
                </a:solidFill>
                <a:latin typeface="DejaVu Sans"/>
                <a:ea typeface="DejaVu Sans"/>
                <a:cs typeface="DejaVu Sans"/>
              </a:rPr>
              <a:t> </a:t>
            </a:r>
            <a:r>
              <a:rPr sz="1200" b="0">
                <a:solidFill>
                  <a:srgbClr val="59616E"/>
                </a:solidFill>
                <a:latin typeface="DejaVu Sans"/>
                <a:ea typeface="DejaVu Sans"/>
                <a:cs typeface="DejaVu Sans"/>
              </a:rPr>
              <a:t>деректерді</a:t>
            </a:r>
            <a:r>
              <a:rPr sz="1200" b="0">
                <a:solidFill>
                  <a:srgbClr val="59616E"/>
                </a:solidFill>
                <a:latin typeface="DejaVu Sans"/>
                <a:ea typeface="DejaVu Sans"/>
                <a:cs typeface="DejaVu Sans"/>
              </a:rPr>
              <a:t> </a:t>
            </a:r>
            <a:r>
              <a:rPr sz="1200" b="0">
                <a:solidFill>
                  <a:srgbClr val="59616E"/>
                </a:solidFill>
                <a:latin typeface="DejaVu Sans"/>
                <a:ea typeface="DejaVu Sans"/>
                <a:cs typeface="DejaVu Sans"/>
              </a:rPr>
              <a:t>енгізбейміз</a:t>
            </a:r>
            <a:r>
              <a:rPr sz="1200" b="0">
                <a:solidFill>
                  <a:srgbClr val="59616E"/>
                </a:solidFill>
                <a:latin typeface="DejaVu Sans"/>
                <a:ea typeface="DejaVu Sans"/>
                <a:cs typeface="DejaVu Sans"/>
              </a:rPr>
              <a:t>.</a:t>
            </a:r>
          </a:p>
        </p:txBody>
      </p:sp>
      <p:sp>
        <p:nvSpPr>
          <p:cNvPr id="8" name="Прямоугольник 7">
            <a:extLst xmlns:a="http://schemas.openxmlformats.org/drawingml/2006/main">
              <a:ext uri="{FF2B5EF4-FFF2-40B4-BE49-F238E27FC236}">
                <a16:creationId xmlns:a16="http://schemas.microsoft.com/office/drawing/2014/main" id="{EF36CB13-0802-4560-9F6C-AA1583B660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9850"/>
            <a:ext cx="476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5679" lnSpcReduction="1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900" b="0">
                <a:solidFill>
                  <a:srgbClr val="59616E"/>
                </a:solidFill>
                <a:latin typeface="DejaVu Sans"/>
                <a:ea typeface="DejaVu Sans"/>
                <a:cs typeface="DejaVu Sans"/>
              </a:defRPr>
            </a:pPr>
            <a:r>
              <a:rPr sz="900" b="0">
                <a:solidFill>
                  <a:srgbClr val="59616E"/>
                </a:solidFill>
                <a:latin typeface="DejaVu Sans"/>
                <a:ea typeface="DejaVu Sans"/>
                <a:cs typeface="DejaVu Sans"/>
              </a:rPr>
              <a:t>33</a:t>
            </a:r>
          </a:p>
        </p:txBody>
      </p:sp>
      <p:pic>
        <p:nvPicPr>
          <p:cNvPr id="20" name="Рисунок 1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6bb8fcc33de47e3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23901" y="3390901"/>
            <a:ext cx="3644900" cy="3415500"/>
          </a:xfrm>
          <a:prstGeom xmlns:a="http://schemas.openxmlformats.org/drawingml/2006/main" prst="rect">
            <a:avLst/>
          </a:prstGeom>
        </p:spPr>
      </p:pic>
      <p:pic>
        <p:nvPicPr>
          <p:cNvPr id="21" name="Рисунок 1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15878ed14bb43f4"/>
          <a:stretch xmlns:a="http://schemas.openxmlformats.org/drawingml/2006/main"/>
        </p:blipFill>
        <p:spPr>
          <a:xfrm xmlns:a="http://schemas.openxmlformats.org/drawingml/2006/main">
            <a:off x="6015253" y="3219877"/>
            <a:ext cx="4570336" cy="3597359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3589534"/>
      </p:ext>
    </p:extLst>
  </p:cSld>
</p:sld>
</file>

<file path=ppt/slides/slide34.xml><?xml version="1.0" encoding="utf-8"?>
<p:sld xmlns:p="http://schemas.openxmlformats.org/presentationml/2006/main">
  <p:cSld>
    <p:bg>
      <p:bgPr>
        <a:solidFill xmlns:a="http://schemas.openxmlformats.org/drawingml/2006/main">
          <a:srgbClr val="F7F7F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Прямоугольник 8">
            <a:extLst xmlns:a="http://schemas.openxmlformats.org/drawingml/2006/main">
              <a:ext uri="{FF2B5EF4-FFF2-40B4-BE49-F238E27FC236}">
                <a16:creationId xmlns:a16="http://schemas.microsoft.com/office/drawing/2014/main" id="{7C6D0FA3-3FE3-42AF-BB52-AA65BF4779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28600"/>
            <a:ext cx="3810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9808" lnSpcReduction="1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59616E"/>
                </a:solidFill>
                <a:latin typeface="DejaVu Sans"/>
                <a:ea typeface="DejaVu Sans"/>
                <a:cs typeface="DejaVu Sans"/>
              </a:defRPr>
            </a:pPr>
            <a:r>
              <a:rPr sz="975" b="1">
                <a:solidFill>
                  <a:srgbClr val="59616E"/>
                </a:solidFill>
                <a:latin typeface="DejaVu Sans"/>
                <a:ea typeface="DejaVu Sans"/>
                <a:cs typeface="DejaVu Sans"/>
              </a:rPr>
              <a:t>ПРАКТИКА</a:t>
            </a:r>
          </a:p>
        </p:txBody>
      </p:sp>
      <p:sp>
        <p:nvSpPr>
          <p:cNvPr id="2" name="Прямоугольник 1">
            <a:extLst xmlns:a="http://schemas.openxmlformats.org/drawingml/2006/main">
              <a:ext uri="{FF2B5EF4-FFF2-40B4-BE49-F238E27FC236}">
                <a16:creationId xmlns:a16="http://schemas.microsoft.com/office/drawing/2014/main" id="{DD0A6C60-B9E7-41A3-B448-3F6DAA8EB7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552450"/>
            <a:ext cx="107632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E1420"/>
                </a:solidFill>
                <a:latin typeface="DejaVu Sans"/>
                <a:ea typeface="DejaVu Sans"/>
                <a:cs typeface="DejaVu Sans"/>
              </a:defRPr>
            </a:pPr>
            <a:r>
              <a:rPr sz="2550" b="1">
                <a:solidFill>
                  <a:srgbClr val="0E1420"/>
                </a:solidFill>
                <a:latin typeface="DejaVu Sans"/>
                <a:ea typeface="DejaVu Sans"/>
                <a:cs typeface="DejaVu Sans"/>
              </a:rPr>
              <a:t>Күн тәртібін жоспарлау</a:t>
            </a:r>
          </a:p>
        </p:txBody>
      </p:sp>
      <p:sp>
        <p:nvSpPr>
          <p:cNvPr id="3" name="Прямоугольник 2">
            <a:extLst xmlns:a="http://schemas.openxmlformats.org/drawingml/2006/main">
              <a:ext uri="{FF2B5EF4-FFF2-40B4-BE49-F238E27FC236}">
                <a16:creationId xmlns:a16="http://schemas.microsoft.com/office/drawing/2014/main" id="{E4003B6B-3AEB-4292-AF7A-B34A9A6A8B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995136"/>
            <a:ext cx="10763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59616E"/>
                </a:solidFill>
                <a:latin typeface="DejaVu Sans"/>
                <a:ea typeface="DejaVu Sans"/>
                <a:cs typeface="DejaVu Sans"/>
              </a:defRPr>
            </a:pPr>
            <a:r>
              <a:rPr sz="1350" b="0">
                <a:solidFill>
                  <a:srgbClr val="59616E"/>
                </a:solidFill>
                <a:latin typeface="DejaVu Sans"/>
                <a:ea typeface="DejaVu Sans"/>
                <a:cs typeface="DejaVu Sans"/>
              </a:rPr>
              <a:t>ЖИ </a:t>
            </a:r>
            <a:r>
              <a:rPr sz="1350" b="0">
                <a:solidFill>
                  <a:srgbClr val="59616E"/>
                </a:solidFill>
                <a:latin typeface="DejaVu Sans"/>
                <a:ea typeface="DejaVu Sans"/>
                <a:cs typeface="DejaVu Sans"/>
              </a:rPr>
              <a:t>жетіспейтін</a:t>
            </a:r>
            <a:r>
              <a:rPr sz="1350" b="0">
                <a:solidFill>
                  <a:srgbClr val="59616E"/>
                </a:solidFill>
                <a:latin typeface="DejaVu Sans"/>
                <a:ea typeface="DejaVu Sans"/>
                <a:cs typeface="DejaVu Sans"/>
              </a:rPr>
              <a:t> </a:t>
            </a:r>
            <a:r>
              <a:rPr sz="1350" b="0">
                <a:solidFill>
                  <a:srgbClr val="59616E"/>
                </a:solidFill>
                <a:latin typeface="DejaVu Sans"/>
                <a:ea typeface="DejaVu Sans"/>
                <a:cs typeface="DejaVu Sans"/>
              </a:rPr>
              <a:t>ақпаратты</a:t>
            </a:r>
            <a:r>
              <a:rPr sz="1350" b="0">
                <a:solidFill>
                  <a:srgbClr val="59616E"/>
                </a:solidFill>
                <a:latin typeface="DejaVu Sans"/>
                <a:ea typeface="DejaVu Sans"/>
                <a:cs typeface="DejaVu Sans"/>
              </a:rPr>
              <a:t> </a:t>
            </a:r>
            <a:r>
              <a:rPr sz="1350" b="0">
                <a:solidFill>
                  <a:srgbClr val="59616E"/>
                </a:solidFill>
                <a:latin typeface="DejaVu Sans"/>
                <a:ea typeface="DejaVu Sans"/>
                <a:cs typeface="DejaVu Sans"/>
              </a:rPr>
              <a:t>алдымен</a:t>
            </a:r>
            <a:r>
              <a:rPr sz="1350" b="0">
                <a:solidFill>
                  <a:srgbClr val="59616E"/>
                </a:solidFill>
                <a:latin typeface="DejaVu Sans"/>
                <a:ea typeface="DejaVu Sans"/>
                <a:cs typeface="DejaVu Sans"/>
              </a:rPr>
              <a:t> </a:t>
            </a:r>
            <a:r>
              <a:rPr sz="1350" b="0">
                <a:solidFill>
                  <a:srgbClr val="59616E"/>
                </a:solidFill>
                <a:latin typeface="DejaVu Sans"/>
                <a:ea typeface="DejaVu Sans"/>
                <a:cs typeface="DejaVu Sans"/>
              </a:rPr>
              <a:t>сұрайды</a:t>
            </a:r>
            <a:endParaRPr sz="1350" b="0">
              <a:solidFill>
                <a:srgbClr val="59616E"/>
              </a:solidFill>
              <a:latin typeface="DejaVu Sans"/>
              <a:ea typeface="DejaVu Sans"/>
              <a:cs typeface="DejaVu Sans"/>
            </a:endParaRPr>
          </a:p>
        </p:txBody>
      </p:sp>
      <p:sp>
        <p:nvSpPr>
          <p:cNvPr id="4" name="Скругленный прямоугольник 3">
            <a:extLst xmlns:a="http://schemas.openxmlformats.org/drawingml/2006/main">
              <a:ext uri="{FF2B5EF4-FFF2-40B4-BE49-F238E27FC236}">
                <a16:creationId xmlns:a16="http://schemas.microsoft.com/office/drawing/2014/main" id="{3CA3F61F-1607-434F-8154-C052FE99B1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357086"/>
            <a:ext cx="10763250" cy="1553028"/>
          </a:xfrm>
          <a:prstGeom xmlns:a="http://schemas.openxmlformats.org/drawingml/2006/main" prst="roundRect">
            <a:avLst>
              <a:gd name="adj" fmla="val 5625"/>
            </a:avLst>
          </a:prstGeom>
          <a:solidFill xmlns:a="http://schemas.openxmlformats.org/drawingml/2006/main">
            <a:srgbClr val="0E1420"/>
          </a:solidFill>
          <a:ln xmlns:a="http://schemas.openxmlformats.org/drawingml/2006/main" w="9525">
            <a:solidFill>
              <a:srgbClr val="0E142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5" name="Прямоугольник 4">
            <a:extLst xmlns:a="http://schemas.openxmlformats.org/drawingml/2006/main">
              <a:ext uri="{FF2B5EF4-FFF2-40B4-BE49-F238E27FC236}">
                <a16:creationId xmlns:a16="http://schemas.microsoft.com/office/drawing/2014/main" id="{BF7D00CA-B2DF-438D-8C2C-B085B76DC9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1543050"/>
            <a:ext cx="1238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B8F238"/>
                </a:solidFill>
                <a:latin typeface="DejaVu Sans"/>
                <a:ea typeface="DejaVu Sans"/>
                <a:cs typeface="DejaVu Sans"/>
              </a:defRPr>
            </a:pPr>
            <a:r>
              <a:rPr sz="1050" b="1">
                <a:solidFill>
                  <a:srgbClr val="B8F238"/>
                </a:solidFill>
                <a:latin typeface="DejaVu Sans"/>
                <a:ea typeface="DejaVu Sans"/>
                <a:cs typeface="DejaVu Sans"/>
              </a:rPr>
              <a:t>СҰРАУ</a:t>
            </a:r>
          </a:p>
        </p:txBody>
      </p:sp>
      <p:sp>
        <p:nvSpPr>
          <p:cNvPr id="6" name="Прямоугольник 5">
            <a:extLst xmlns:a="http://schemas.openxmlformats.org/drawingml/2006/main">
              <a:ext uri="{FF2B5EF4-FFF2-40B4-BE49-F238E27FC236}">
                <a16:creationId xmlns:a16="http://schemas.microsoft.com/office/drawing/2014/main" id="{2233F03E-7F3D-419C-8B46-557A95673B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1299936"/>
            <a:ext cx="10287000" cy="2095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875" b="0">
                <a:solidFill>
                  <a:srgbClr val="FFFFFF"/>
                </a:solidFill>
                <a:latin typeface="DejaVu Sans"/>
                <a:ea typeface="DejaVu Sans"/>
                <a:cs typeface="DejaVu Sans"/>
              </a:defRPr>
            </a:pPr>
            <a:r>
              <a:rPr sz="1875" b="0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10:00-ден 16:00-ге </a:t>
            </a:r>
            <a:r>
              <a:rPr sz="1875" b="0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дейін</a:t>
            </a:r>
            <a:r>
              <a:rPr sz="1875" b="0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 </a:t>
            </a:r>
            <a:r>
              <a:rPr sz="1875" b="0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азық-түлік</a:t>
            </a:r>
            <a:r>
              <a:rPr sz="1875" b="0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 </a:t>
            </a:r>
            <a:r>
              <a:rPr sz="1875" b="0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алу</a:t>
            </a:r>
            <a:r>
              <a:rPr sz="1875" b="0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, </a:t>
            </a:r>
            <a:r>
              <a:rPr sz="1875" b="0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сервис</a:t>
            </a:r>
            <a:r>
              <a:rPr sz="1875" b="0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 </a:t>
            </a:r>
            <a:r>
              <a:rPr sz="1875" b="0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орталығына</a:t>
            </a:r>
            <a:r>
              <a:rPr sz="1875" b="0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 </a:t>
            </a:r>
            <a:r>
              <a:rPr sz="1875" b="0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бару</a:t>
            </a:r>
            <a:r>
              <a:rPr sz="1875" b="0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 </a:t>
            </a:r>
            <a:r>
              <a:rPr sz="1875" b="0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және</a:t>
            </a:r>
            <a:r>
              <a:rPr sz="1875" b="0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 </a:t>
            </a:r>
            <a:r>
              <a:rPr sz="1875" b="0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ата-анама</a:t>
            </a:r>
            <a:r>
              <a:rPr sz="1875" b="0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 </a:t>
            </a:r>
            <a:r>
              <a:rPr sz="1875" b="0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соғу</a:t>
            </a:r>
            <a:r>
              <a:rPr sz="1875" b="0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 </a:t>
            </a:r>
            <a:r>
              <a:rPr sz="1875" b="0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керек</a:t>
            </a:r>
            <a:r>
              <a:rPr sz="1875" b="0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. </a:t>
            </a:r>
            <a:r>
              <a:rPr sz="1875" b="0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Түскі</a:t>
            </a:r>
            <a:r>
              <a:rPr sz="1875" b="0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 </a:t>
            </a:r>
            <a:r>
              <a:rPr sz="1875" b="0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асқа</a:t>
            </a:r>
            <a:r>
              <a:rPr sz="1875" b="0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 </a:t>
            </a:r>
            <a:r>
              <a:rPr sz="1875" b="0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уақыт</a:t>
            </a:r>
            <a:r>
              <a:rPr sz="1875" b="0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 </a:t>
            </a:r>
            <a:r>
              <a:rPr sz="1875" b="0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және</a:t>
            </a:r>
            <a:r>
              <a:rPr sz="1875" b="0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 30 </a:t>
            </a:r>
            <a:r>
              <a:rPr sz="1875" b="0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минут</a:t>
            </a:r>
            <a:r>
              <a:rPr sz="1875" b="0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 </a:t>
            </a:r>
            <a:r>
              <a:rPr sz="1875" b="0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қор</a:t>
            </a:r>
            <a:r>
              <a:rPr sz="1875" b="0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 </a:t>
            </a:r>
            <a:r>
              <a:rPr sz="1875" b="0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қалдыр</a:t>
            </a:r>
            <a:r>
              <a:rPr sz="1875" b="0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. </a:t>
            </a:r>
            <a:r>
              <a:rPr sz="1875" b="0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Алдымен</a:t>
            </a:r>
            <a:r>
              <a:rPr sz="1875" b="0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 </a:t>
            </a:r>
            <a:r>
              <a:rPr sz="1875" b="0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жол</a:t>
            </a:r>
            <a:r>
              <a:rPr sz="1875" b="0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 </a:t>
            </a:r>
            <a:r>
              <a:rPr sz="1875" b="0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мен</a:t>
            </a:r>
            <a:r>
              <a:rPr sz="1875" b="0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 </a:t>
            </a:r>
            <a:r>
              <a:rPr sz="1875" b="0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істердің</a:t>
            </a:r>
            <a:r>
              <a:rPr sz="1875" b="0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 </a:t>
            </a:r>
            <a:r>
              <a:rPr sz="1875" b="0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ұзақтығын</a:t>
            </a:r>
            <a:r>
              <a:rPr sz="1875" b="0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 </a:t>
            </a:r>
            <a:r>
              <a:rPr sz="1875" b="0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сұра</a:t>
            </a:r>
            <a:r>
              <a:rPr sz="1875" b="0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. </a:t>
            </a:r>
            <a:r>
              <a:rPr sz="1875" b="0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Содан</a:t>
            </a:r>
            <a:r>
              <a:rPr sz="1875" b="0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 </a:t>
            </a:r>
            <a:r>
              <a:rPr sz="1875" b="0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кейін</a:t>
            </a:r>
            <a:r>
              <a:rPr sz="1875" b="0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 </a:t>
            </a:r>
            <a:r>
              <a:rPr sz="1875" b="0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орындалатын</a:t>
            </a:r>
            <a:r>
              <a:rPr sz="1875" b="0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 </a:t>
            </a:r>
            <a:r>
              <a:rPr sz="1875" b="0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жоспар</a:t>
            </a:r>
            <a:r>
              <a:rPr sz="1875" b="0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 </a:t>
            </a:r>
            <a:r>
              <a:rPr sz="1875" b="0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жаса</a:t>
            </a:r>
            <a:r>
              <a:rPr sz="1875" b="0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.</a:t>
            </a:r>
          </a:p>
        </p:txBody>
      </p:sp>
      <p:sp>
        <p:nvSpPr>
          <p:cNvPr id="7" name="Прямоугольник 6">
            <a:extLst xmlns:a="http://schemas.openxmlformats.org/drawingml/2006/main">
              <a:ext uri="{FF2B5EF4-FFF2-40B4-BE49-F238E27FC236}">
                <a16:creationId xmlns:a16="http://schemas.microsoft.com/office/drawing/2014/main" id="{5AFCB994-5F0A-4EF6-94C6-955AA97CCB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3009900"/>
            <a:ext cx="10763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59616E"/>
                </a:solidFill>
                <a:latin typeface="DejaVu Sans"/>
                <a:ea typeface="DejaVu Sans"/>
                <a:cs typeface="DejaVu Sans"/>
              </a:defRPr>
            </a:pPr>
            <a:r>
              <a:rPr sz="1200" b="0">
                <a:solidFill>
                  <a:srgbClr val="59616E"/>
                </a:solidFill>
                <a:latin typeface="DejaVu Sans"/>
                <a:ea typeface="DejaVu Sans"/>
                <a:cs typeface="DejaVu Sans"/>
              </a:rPr>
              <a:t>Оқу </a:t>
            </a:r>
            <a:r>
              <a:rPr sz="1200" b="0">
                <a:solidFill>
                  <a:srgbClr val="59616E"/>
                </a:solidFill>
                <a:latin typeface="DejaVu Sans"/>
                <a:ea typeface="DejaVu Sans"/>
                <a:cs typeface="DejaVu Sans"/>
              </a:rPr>
              <a:t>үлгісі</a:t>
            </a:r>
            <a:r>
              <a:rPr sz="1200" b="0">
                <a:solidFill>
                  <a:srgbClr val="59616E"/>
                </a:solidFill>
                <a:latin typeface="DejaVu Sans"/>
                <a:ea typeface="DejaVu Sans"/>
                <a:cs typeface="DejaVu Sans"/>
              </a:rPr>
              <a:t>. </a:t>
            </a:r>
            <a:r>
              <a:rPr sz="1200" b="0">
                <a:solidFill>
                  <a:srgbClr val="59616E"/>
                </a:solidFill>
                <a:latin typeface="DejaVu Sans"/>
                <a:ea typeface="DejaVu Sans"/>
                <a:cs typeface="DejaVu Sans"/>
              </a:rPr>
              <a:t>Құпия</a:t>
            </a:r>
            <a:r>
              <a:rPr sz="1200" b="0">
                <a:solidFill>
                  <a:srgbClr val="59616E"/>
                </a:solidFill>
                <a:latin typeface="DejaVu Sans"/>
                <a:ea typeface="DejaVu Sans"/>
                <a:cs typeface="DejaVu Sans"/>
              </a:rPr>
              <a:t> </a:t>
            </a:r>
            <a:r>
              <a:rPr sz="1200" b="0">
                <a:solidFill>
                  <a:srgbClr val="59616E"/>
                </a:solidFill>
                <a:latin typeface="DejaVu Sans"/>
                <a:ea typeface="DejaVu Sans"/>
                <a:cs typeface="DejaVu Sans"/>
              </a:rPr>
              <a:t>және</a:t>
            </a:r>
            <a:r>
              <a:rPr sz="1200" b="0">
                <a:solidFill>
                  <a:srgbClr val="59616E"/>
                </a:solidFill>
                <a:latin typeface="DejaVu Sans"/>
                <a:ea typeface="DejaVu Sans"/>
                <a:cs typeface="DejaVu Sans"/>
              </a:rPr>
              <a:t> </a:t>
            </a:r>
            <a:r>
              <a:rPr sz="1200" b="0">
                <a:solidFill>
                  <a:srgbClr val="59616E"/>
                </a:solidFill>
                <a:latin typeface="DejaVu Sans"/>
                <a:ea typeface="DejaVu Sans"/>
                <a:cs typeface="DejaVu Sans"/>
              </a:rPr>
              <a:t>жеке</a:t>
            </a:r>
            <a:r>
              <a:rPr sz="1200" b="0">
                <a:solidFill>
                  <a:srgbClr val="59616E"/>
                </a:solidFill>
                <a:latin typeface="DejaVu Sans"/>
                <a:ea typeface="DejaVu Sans"/>
                <a:cs typeface="DejaVu Sans"/>
              </a:rPr>
              <a:t> </a:t>
            </a:r>
            <a:r>
              <a:rPr sz="1200" b="0">
                <a:solidFill>
                  <a:srgbClr val="59616E"/>
                </a:solidFill>
                <a:latin typeface="DejaVu Sans"/>
                <a:ea typeface="DejaVu Sans"/>
                <a:cs typeface="DejaVu Sans"/>
              </a:rPr>
              <a:t>деректерді</a:t>
            </a:r>
            <a:r>
              <a:rPr sz="1200" b="0">
                <a:solidFill>
                  <a:srgbClr val="59616E"/>
                </a:solidFill>
                <a:latin typeface="DejaVu Sans"/>
                <a:ea typeface="DejaVu Sans"/>
                <a:cs typeface="DejaVu Sans"/>
              </a:rPr>
              <a:t> </a:t>
            </a:r>
            <a:r>
              <a:rPr sz="1200" b="0">
                <a:solidFill>
                  <a:srgbClr val="59616E"/>
                </a:solidFill>
                <a:latin typeface="DejaVu Sans"/>
                <a:ea typeface="DejaVu Sans"/>
                <a:cs typeface="DejaVu Sans"/>
              </a:rPr>
              <a:t>енгізбейміз</a:t>
            </a:r>
            <a:r>
              <a:rPr sz="1200" b="0">
                <a:solidFill>
                  <a:srgbClr val="59616E"/>
                </a:solidFill>
                <a:latin typeface="DejaVu Sans"/>
                <a:ea typeface="DejaVu Sans"/>
                <a:cs typeface="DejaVu Sans"/>
              </a:rPr>
              <a:t>.</a:t>
            </a:r>
          </a:p>
        </p:txBody>
      </p:sp>
      <p:sp>
        <p:nvSpPr>
          <p:cNvPr id="8" name="Прямоугольник 7">
            <a:extLst xmlns:a="http://schemas.openxmlformats.org/drawingml/2006/main">
              <a:ext uri="{FF2B5EF4-FFF2-40B4-BE49-F238E27FC236}">
                <a16:creationId xmlns:a16="http://schemas.microsoft.com/office/drawing/2014/main" id="{538BE353-835C-457E-98A6-2EB19F8222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9850"/>
            <a:ext cx="476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5679" lnSpcReduction="1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900" b="0">
                <a:solidFill>
                  <a:srgbClr val="59616E"/>
                </a:solidFill>
                <a:latin typeface="DejaVu Sans"/>
                <a:ea typeface="DejaVu Sans"/>
                <a:cs typeface="DejaVu Sans"/>
              </a:defRPr>
            </a:pPr>
            <a:r>
              <a:rPr sz="900" b="0">
                <a:solidFill>
                  <a:srgbClr val="59616E"/>
                </a:solidFill>
                <a:latin typeface="DejaVu Sans"/>
                <a:ea typeface="DejaVu Sans"/>
                <a:cs typeface="DejaVu Sans"/>
              </a:rPr>
              <a:t>34</a:t>
            </a:r>
          </a:p>
        </p:txBody>
      </p:sp>
      <p:pic>
        <p:nvPicPr>
          <p:cNvPr id="20" name="Рисунок 1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ac68ae947744b71"/>
          <a:stretch xmlns:a="http://schemas.openxmlformats.org/drawingml/2006/main"/>
        </p:blipFill>
        <p:spPr>
          <a:xfrm xmlns:a="http://schemas.openxmlformats.org/drawingml/2006/main">
            <a:off x="1390695" y="3295650"/>
            <a:ext cx="4463961" cy="3560654"/>
          </a:xfrm>
          <a:prstGeom xmlns:a="http://schemas.openxmlformats.org/drawingml/2006/main" prst="rect">
            <a:avLst/>
          </a:prstGeom>
        </p:spPr>
      </p:pic>
      <p:pic>
        <p:nvPicPr>
          <p:cNvPr id="21" name="Рисунок 1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4fcf93cc5f24440"/>
          <a:stretch xmlns:a="http://schemas.openxmlformats.org/drawingml/2006/main"/>
        </p:blipFill>
        <p:spPr>
          <a:xfrm xmlns:a="http://schemas.openxmlformats.org/drawingml/2006/main">
            <a:off x="7304959" y="3471076"/>
            <a:ext cx="4098133" cy="3247989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4937082"/>
      </p:ext>
    </p:extLst>
  </p:cSld>
</p:sld>
</file>

<file path=ppt/slides/slide35.xml><?xml version="1.0" encoding="utf-8"?>
<p:sld xmlns:p="http://schemas.openxmlformats.org/presentationml/2006/main">
  <p:cSld>
    <p:bg>
      <p:bgPr>
        <a:solidFill xmlns:a="http://schemas.openxmlformats.org/drawingml/2006/main">
          <a:srgbClr val="F7F7F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Прямоугольник 7">
            <a:extLst xmlns:a="http://schemas.openxmlformats.org/drawingml/2006/main">
              <a:ext uri="{FF2B5EF4-FFF2-40B4-BE49-F238E27FC236}">
                <a16:creationId xmlns:a16="http://schemas.microsoft.com/office/drawing/2014/main" id="{547DE0D8-59AA-4387-96DB-3247B02E3B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28600"/>
            <a:ext cx="3810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9808" lnSpcReduction="1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59616E"/>
                </a:solidFill>
                <a:latin typeface="DejaVu Sans"/>
                <a:ea typeface="DejaVu Sans"/>
                <a:cs typeface="DejaVu Sans"/>
              </a:defRPr>
            </a:pPr>
            <a:r>
              <a:rPr sz="975" b="1">
                <a:solidFill>
                  <a:srgbClr val="59616E"/>
                </a:solidFill>
                <a:latin typeface="DejaVu Sans"/>
                <a:ea typeface="DejaVu Sans"/>
                <a:cs typeface="DejaVu Sans"/>
              </a:rPr>
              <a:t>AI / КҮНДЕ</a:t>
            </a:r>
          </a:p>
        </p:txBody>
      </p:sp>
      <p:sp>
        <p:nvSpPr>
          <p:cNvPr id="2" name="Прямоугольник 1">
            <a:extLst xmlns:a="http://schemas.openxmlformats.org/drawingml/2006/main">
              <a:ext uri="{FF2B5EF4-FFF2-40B4-BE49-F238E27FC236}">
                <a16:creationId xmlns:a16="http://schemas.microsoft.com/office/drawing/2014/main" id="{A0001562-A4BC-4D37-9EFE-C1AE3F62E6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552450"/>
            <a:ext cx="107632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E1420"/>
                </a:solidFill>
                <a:latin typeface="DejaVu Sans"/>
                <a:ea typeface="DejaVu Sans"/>
                <a:cs typeface="DejaVu Sans"/>
              </a:defRPr>
            </a:pPr>
            <a:r>
              <a:rPr sz="2550" b="1">
                <a:solidFill>
                  <a:srgbClr val="0E1420"/>
                </a:solidFill>
                <a:latin typeface="DejaVu Sans"/>
                <a:ea typeface="DejaVu Sans"/>
                <a:cs typeface="DejaVu Sans"/>
              </a:rPr>
              <a:t>Фото немесе файлды түсіндіру</a:t>
            </a:r>
          </a:p>
        </p:txBody>
      </p:sp>
      <p:pic>
        <p:nvPicPr>
          <p:cNvPr id="13" name="Рисунок 9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ba8fa6b844940da"/>
          <a:stretch xmlns:a="http://schemas.openxmlformats.org/drawingml/2006/main"/>
        </p:blipFill>
        <p:spPr>
          <a:xfrm xmlns:a="http://schemas.openxmlformats.org/drawingml/2006/main">
            <a:off x="704850" y="1162050"/>
            <a:ext cx="4572000" cy="3044788"/>
          </a:xfrm>
          <a:prstGeom xmlns:a="http://schemas.openxmlformats.org/drawingml/2006/main" prst="rect">
            <a:avLst/>
          </a:prstGeom>
        </p:spPr>
      </p:pic>
      <p:sp>
        <p:nvSpPr>
          <p:cNvPr id="4" name="Прямоугольник 3">
            <a:extLst xmlns:a="http://schemas.openxmlformats.org/drawingml/2006/main">
              <a:ext uri="{FF2B5EF4-FFF2-40B4-BE49-F238E27FC236}">
                <a16:creationId xmlns:a16="http://schemas.microsoft.com/office/drawing/2014/main" id="{FBE23662-DB08-45AD-9E85-DBC8629345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1162050"/>
            <a:ext cx="4762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800" b="1">
                <a:solidFill>
                  <a:srgbClr val="8FCF25"/>
                </a:solidFill>
                <a:latin typeface="DejaVu Sans"/>
                <a:ea typeface="DejaVu Sans"/>
                <a:cs typeface="DejaVu Sans"/>
              </a:defRPr>
            </a:pPr>
            <a:r>
              <a:rPr sz="1800" b="1">
                <a:solidFill>
                  <a:srgbClr val="8FCF25"/>
                </a:solidFill>
                <a:latin typeface="DejaVu Sans"/>
                <a:ea typeface="DejaVu Sans"/>
                <a:cs typeface="DejaVu Sans"/>
              </a:rPr>
              <a:t>Сұрау үлгісі</a:t>
            </a:r>
          </a:p>
        </p:txBody>
      </p:sp>
      <p:sp>
        <p:nvSpPr>
          <p:cNvPr id="5" name="Прямоугольник 4">
            <a:extLst xmlns:a="http://schemas.openxmlformats.org/drawingml/2006/main">
              <a:ext uri="{FF2B5EF4-FFF2-40B4-BE49-F238E27FC236}">
                <a16:creationId xmlns:a16="http://schemas.microsoft.com/office/drawing/2014/main" id="{066F8B79-3EBE-4145-AFCA-7071841C3D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0" y="1033462"/>
            <a:ext cx="4953000" cy="1952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725" b="0">
                <a:solidFill>
                  <a:srgbClr val="0E1420"/>
                </a:solidFill>
                <a:latin typeface="DejaVu Sans"/>
                <a:ea typeface="DejaVu Sans"/>
                <a:cs typeface="DejaVu Sans"/>
              </a:defRPr>
            </a:pPr>
            <a:r>
              <a:rPr sz="1725" b="0">
                <a:solidFill>
                  <a:srgbClr val="0E1420"/>
                </a:solidFill>
                <a:latin typeface="DejaVu Sans"/>
                <a:ea typeface="DejaVu Sans"/>
                <a:cs typeface="DejaVu Sans"/>
              </a:rPr>
              <a:t>«</a:t>
            </a:r>
            <a:r>
              <a:rPr sz="1725" b="0">
                <a:solidFill>
                  <a:srgbClr val="0E1420"/>
                </a:solidFill>
                <a:latin typeface="DejaVu Sans"/>
                <a:ea typeface="DejaVu Sans"/>
                <a:cs typeface="DejaVu Sans"/>
              </a:rPr>
              <a:t>Құжаттың</a:t>
            </a:r>
            <a:r>
              <a:rPr sz="1725" b="0">
                <a:solidFill>
                  <a:srgbClr val="0E1420"/>
                </a:solidFill>
                <a:latin typeface="DejaVu Sans"/>
                <a:ea typeface="DejaVu Sans"/>
                <a:cs typeface="DejaVu Sans"/>
              </a:rPr>
              <a:t> </a:t>
            </a:r>
            <a:r>
              <a:rPr sz="1725" b="0">
                <a:solidFill>
                  <a:srgbClr val="0E1420"/>
                </a:solidFill>
                <a:latin typeface="DejaVu Sans"/>
                <a:ea typeface="DejaVu Sans"/>
                <a:cs typeface="DejaVu Sans"/>
              </a:rPr>
              <a:t>негізгі</a:t>
            </a:r>
            <a:r>
              <a:rPr sz="1725" b="0">
                <a:solidFill>
                  <a:srgbClr val="0E1420"/>
                </a:solidFill>
                <a:latin typeface="DejaVu Sans"/>
                <a:ea typeface="DejaVu Sans"/>
                <a:cs typeface="DejaVu Sans"/>
              </a:rPr>
              <a:t> </a:t>
            </a:r>
            <a:r>
              <a:rPr sz="1725" b="0">
                <a:solidFill>
                  <a:srgbClr val="0E1420"/>
                </a:solidFill>
                <a:latin typeface="DejaVu Sans"/>
                <a:ea typeface="DejaVu Sans"/>
                <a:cs typeface="DejaVu Sans"/>
              </a:rPr>
              <a:t>ойын</a:t>
            </a:r>
            <a:r>
              <a:rPr sz="1725" b="0">
                <a:solidFill>
                  <a:srgbClr val="0E1420"/>
                </a:solidFill>
                <a:latin typeface="DejaVu Sans"/>
                <a:ea typeface="DejaVu Sans"/>
                <a:cs typeface="DejaVu Sans"/>
              </a:rPr>
              <a:t> </a:t>
            </a:r>
            <a:r>
              <a:rPr sz="1725" b="0">
                <a:solidFill>
                  <a:srgbClr val="0E1420"/>
                </a:solidFill>
                <a:latin typeface="DejaVu Sans"/>
                <a:ea typeface="DejaVu Sans"/>
                <a:cs typeface="DejaVu Sans"/>
              </a:rPr>
              <a:t>қарапайым</a:t>
            </a:r>
            <a:r>
              <a:rPr sz="1725" b="0">
                <a:solidFill>
                  <a:srgbClr val="0E1420"/>
                </a:solidFill>
                <a:latin typeface="DejaVu Sans"/>
                <a:ea typeface="DejaVu Sans"/>
                <a:cs typeface="DejaVu Sans"/>
              </a:rPr>
              <a:t> </a:t>
            </a:r>
            <a:r>
              <a:rPr sz="1725" b="0">
                <a:solidFill>
                  <a:srgbClr val="0E1420"/>
                </a:solidFill>
                <a:latin typeface="DejaVu Sans"/>
                <a:ea typeface="DejaVu Sans"/>
                <a:cs typeface="DejaVu Sans"/>
              </a:rPr>
              <a:t>тілмен</a:t>
            </a:r>
            <a:r>
              <a:rPr sz="1725" b="0">
                <a:solidFill>
                  <a:srgbClr val="0E1420"/>
                </a:solidFill>
                <a:latin typeface="DejaVu Sans"/>
                <a:ea typeface="DejaVu Sans"/>
                <a:cs typeface="DejaVu Sans"/>
              </a:rPr>
              <a:t> </a:t>
            </a:r>
            <a:r>
              <a:rPr sz="1725" b="0">
                <a:solidFill>
                  <a:srgbClr val="0E1420"/>
                </a:solidFill>
                <a:latin typeface="DejaVu Sans"/>
                <a:ea typeface="DejaVu Sans"/>
                <a:cs typeface="DejaVu Sans"/>
              </a:rPr>
              <a:t>түсіндір</a:t>
            </a:r>
            <a:r>
              <a:rPr sz="1725" b="0">
                <a:solidFill>
                  <a:srgbClr val="0E1420"/>
                </a:solidFill>
                <a:latin typeface="DejaVu Sans"/>
                <a:ea typeface="DejaVu Sans"/>
                <a:cs typeface="DejaVu Sans"/>
              </a:rPr>
              <a:t>. </a:t>
            </a:r>
            <a:r>
              <a:rPr sz="1725" b="0">
                <a:solidFill>
                  <a:srgbClr val="0E1420"/>
                </a:solidFill>
                <a:latin typeface="DejaVu Sans"/>
                <a:ea typeface="DejaVu Sans"/>
                <a:cs typeface="DejaVu Sans"/>
              </a:rPr>
              <a:t>Міндетті</a:t>
            </a:r>
            <a:r>
              <a:rPr sz="1725" b="0">
                <a:solidFill>
                  <a:srgbClr val="0E1420"/>
                </a:solidFill>
                <a:latin typeface="DejaVu Sans"/>
                <a:ea typeface="DejaVu Sans"/>
                <a:cs typeface="DejaVu Sans"/>
              </a:rPr>
              <a:t> </a:t>
            </a:r>
            <a:r>
              <a:rPr sz="1725" b="0">
                <a:solidFill>
                  <a:srgbClr val="0E1420"/>
                </a:solidFill>
                <a:latin typeface="DejaVu Sans"/>
                <a:ea typeface="DejaVu Sans"/>
                <a:cs typeface="DejaVu Sans"/>
              </a:rPr>
              <a:t>мерзімдерді</a:t>
            </a:r>
            <a:r>
              <a:rPr sz="1725" b="0">
                <a:solidFill>
                  <a:srgbClr val="0E1420"/>
                </a:solidFill>
                <a:latin typeface="DejaVu Sans"/>
                <a:ea typeface="DejaVu Sans"/>
                <a:cs typeface="DejaVu Sans"/>
              </a:rPr>
              <a:t> </a:t>
            </a:r>
            <a:r>
              <a:rPr sz="1725" b="0">
                <a:solidFill>
                  <a:srgbClr val="0E1420"/>
                </a:solidFill>
                <a:latin typeface="DejaVu Sans"/>
                <a:ea typeface="DejaVu Sans"/>
                <a:cs typeface="DejaVu Sans"/>
              </a:rPr>
              <a:t>және</a:t>
            </a:r>
            <a:r>
              <a:rPr sz="1725" b="0">
                <a:solidFill>
                  <a:srgbClr val="0E1420"/>
                </a:solidFill>
                <a:latin typeface="DejaVu Sans"/>
                <a:ea typeface="DejaVu Sans"/>
                <a:cs typeface="DejaVu Sans"/>
              </a:rPr>
              <a:t> </a:t>
            </a:r>
            <a:r>
              <a:rPr sz="1725" b="0">
                <a:solidFill>
                  <a:srgbClr val="0E1420"/>
                </a:solidFill>
                <a:latin typeface="DejaVu Sans"/>
                <a:ea typeface="DejaVu Sans"/>
                <a:cs typeface="DejaVu Sans"/>
              </a:rPr>
              <a:t>кімге</a:t>
            </a:r>
            <a:r>
              <a:rPr sz="1725" b="0">
                <a:solidFill>
                  <a:srgbClr val="0E1420"/>
                </a:solidFill>
                <a:latin typeface="DejaVu Sans"/>
                <a:ea typeface="DejaVu Sans"/>
                <a:cs typeface="DejaVu Sans"/>
              </a:rPr>
              <a:t> </a:t>
            </a:r>
            <a:r>
              <a:rPr sz="1725" b="0">
                <a:solidFill>
                  <a:srgbClr val="0E1420"/>
                </a:solidFill>
                <a:latin typeface="DejaVu Sans"/>
                <a:ea typeface="DejaVu Sans"/>
                <a:cs typeface="DejaVu Sans"/>
              </a:rPr>
              <a:t>қатысты</a:t>
            </a:r>
            <a:r>
              <a:rPr sz="1725" b="0">
                <a:solidFill>
                  <a:srgbClr val="0E1420"/>
                </a:solidFill>
                <a:latin typeface="DejaVu Sans"/>
                <a:ea typeface="DejaVu Sans"/>
                <a:cs typeface="DejaVu Sans"/>
              </a:rPr>
              <a:t> </a:t>
            </a:r>
            <a:r>
              <a:rPr sz="1725" b="0">
                <a:solidFill>
                  <a:srgbClr val="0E1420"/>
                </a:solidFill>
                <a:latin typeface="DejaVu Sans"/>
                <a:ea typeface="DejaVu Sans"/>
                <a:cs typeface="DejaVu Sans"/>
              </a:rPr>
              <a:t>екенін</a:t>
            </a:r>
            <a:r>
              <a:rPr sz="1725" b="0">
                <a:solidFill>
                  <a:srgbClr val="0E1420"/>
                </a:solidFill>
                <a:latin typeface="DejaVu Sans"/>
                <a:ea typeface="DejaVu Sans"/>
                <a:cs typeface="DejaVu Sans"/>
              </a:rPr>
              <a:t> </a:t>
            </a:r>
            <a:r>
              <a:rPr sz="1725" b="0">
                <a:solidFill>
                  <a:srgbClr val="0E1420"/>
                </a:solidFill>
                <a:latin typeface="DejaVu Sans"/>
                <a:ea typeface="DejaVu Sans"/>
                <a:cs typeface="DejaVu Sans"/>
              </a:rPr>
              <a:t>бөлек</a:t>
            </a:r>
            <a:r>
              <a:rPr sz="1725" b="0">
                <a:solidFill>
                  <a:srgbClr val="0E1420"/>
                </a:solidFill>
                <a:latin typeface="DejaVu Sans"/>
                <a:ea typeface="DejaVu Sans"/>
                <a:cs typeface="DejaVu Sans"/>
              </a:rPr>
              <a:t> </a:t>
            </a:r>
            <a:r>
              <a:rPr sz="1725" b="0">
                <a:solidFill>
                  <a:srgbClr val="0E1420"/>
                </a:solidFill>
                <a:latin typeface="DejaVu Sans"/>
                <a:ea typeface="DejaVu Sans"/>
                <a:cs typeface="DejaVu Sans"/>
              </a:rPr>
              <a:t>жаз</a:t>
            </a:r>
            <a:r>
              <a:rPr sz="1725" b="0">
                <a:solidFill>
                  <a:srgbClr val="0E1420"/>
                </a:solidFill>
                <a:latin typeface="DejaVu Sans"/>
                <a:ea typeface="DejaVu Sans"/>
                <a:cs typeface="DejaVu Sans"/>
              </a:rPr>
              <a:t>. </a:t>
            </a:r>
            <a:r>
              <a:rPr sz="1725" b="0">
                <a:solidFill>
                  <a:srgbClr val="0E1420"/>
                </a:solidFill>
                <a:latin typeface="DejaVu Sans"/>
                <a:ea typeface="DejaVu Sans"/>
                <a:cs typeface="DejaVu Sans"/>
              </a:rPr>
              <a:t>Әр</a:t>
            </a:r>
            <a:r>
              <a:rPr sz="1725" b="0">
                <a:solidFill>
                  <a:srgbClr val="0E1420"/>
                </a:solidFill>
                <a:latin typeface="DejaVu Sans"/>
                <a:ea typeface="DejaVu Sans"/>
                <a:cs typeface="DejaVu Sans"/>
              </a:rPr>
              <a:t> </a:t>
            </a:r>
            <a:r>
              <a:rPr sz="1725" b="0">
                <a:solidFill>
                  <a:srgbClr val="0E1420"/>
                </a:solidFill>
                <a:latin typeface="DejaVu Sans"/>
                <a:ea typeface="DejaVu Sans"/>
                <a:cs typeface="DejaVu Sans"/>
              </a:rPr>
              <a:t>жауаптың</a:t>
            </a:r>
            <a:r>
              <a:rPr sz="1725" b="0">
                <a:solidFill>
                  <a:srgbClr val="0E1420"/>
                </a:solidFill>
                <a:latin typeface="DejaVu Sans"/>
                <a:ea typeface="DejaVu Sans"/>
                <a:cs typeface="DejaVu Sans"/>
              </a:rPr>
              <a:t> </a:t>
            </a:r>
            <a:r>
              <a:rPr sz="1725" b="0">
                <a:solidFill>
                  <a:srgbClr val="0E1420"/>
                </a:solidFill>
                <a:latin typeface="DejaVu Sans"/>
                <a:ea typeface="DejaVu Sans"/>
                <a:cs typeface="DejaVu Sans"/>
              </a:rPr>
              <a:t>бетін</a:t>
            </a:r>
            <a:r>
              <a:rPr sz="1725" b="0">
                <a:solidFill>
                  <a:srgbClr val="0E1420"/>
                </a:solidFill>
                <a:latin typeface="DejaVu Sans"/>
                <a:ea typeface="DejaVu Sans"/>
                <a:cs typeface="DejaVu Sans"/>
              </a:rPr>
              <a:t> </a:t>
            </a:r>
            <a:r>
              <a:rPr sz="1725" b="0">
                <a:solidFill>
                  <a:srgbClr val="0E1420"/>
                </a:solidFill>
                <a:latin typeface="DejaVu Sans"/>
                <a:ea typeface="DejaVu Sans"/>
                <a:cs typeface="DejaVu Sans"/>
              </a:rPr>
              <a:t>немесе</a:t>
            </a:r>
            <a:r>
              <a:rPr sz="1725" b="0">
                <a:solidFill>
                  <a:srgbClr val="0E1420"/>
                </a:solidFill>
                <a:latin typeface="DejaVu Sans"/>
                <a:ea typeface="DejaVu Sans"/>
                <a:cs typeface="DejaVu Sans"/>
              </a:rPr>
              <a:t> </a:t>
            </a:r>
            <a:r>
              <a:rPr sz="1725" b="0">
                <a:solidFill>
                  <a:srgbClr val="0E1420"/>
                </a:solidFill>
                <a:latin typeface="DejaVu Sans"/>
                <a:ea typeface="DejaVu Sans"/>
                <a:cs typeface="DejaVu Sans"/>
              </a:rPr>
              <a:t>бөлімін</a:t>
            </a:r>
            <a:r>
              <a:rPr sz="1725" b="0">
                <a:solidFill>
                  <a:srgbClr val="0E1420"/>
                </a:solidFill>
                <a:latin typeface="DejaVu Sans"/>
                <a:ea typeface="DejaVu Sans"/>
                <a:cs typeface="DejaVu Sans"/>
              </a:rPr>
              <a:t> </a:t>
            </a:r>
            <a:r>
              <a:rPr sz="1725" b="0">
                <a:solidFill>
                  <a:srgbClr val="0E1420"/>
                </a:solidFill>
                <a:latin typeface="DejaVu Sans"/>
                <a:ea typeface="DejaVu Sans"/>
                <a:cs typeface="DejaVu Sans"/>
              </a:rPr>
              <a:t>көрсет</a:t>
            </a:r>
            <a:r>
              <a:rPr sz="1725" b="0">
                <a:solidFill>
                  <a:srgbClr val="0E1420"/>
                </a:solidFill>
                <a:latin typeface="DejaVu Sans"/>
                <a:ea typeface="DejaVu Sans"/>
                <a:cs typeface="DejaVu Sans"/>
              </a:rPr>
              <a:t>»</a:t>
            </a:r>
          </a:p>
        </p:txBody>
      </p:sp>
      <p:sp>
        <p:nvSpPr>
          <p:cNvPr id="6" name="Прямоугольник 5">
            <a:extLst xmlns:a="http://schemas.openxmlformats.org/drawingml/2006/main">
              <a:ext uri="{FF2B5EF4-FFF2-40B4-BE49-F238E27FC236}">
                <a16:creationId xmlns:a16="http://schemas.microsoft.com/office/drawing/2014/main" id="{0C70A954-0FA6-40C3-BC81-316DF89F22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0" y="2447925"/>
            <a:ext cx="4953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425" b="1">
                <a:solidFill>
                  <a:srgbClr val="D94B4B"/>
                </a:solidFill>
                <a:latin typeface="DejaVu Sans"/>
                <a:ea typeface="DejaVu Sans"/>
                <a:cs typeface="DejaVu Sans"/>
              </a:defRPr>
            </a:pPr>
            <a:r>
              <a:rPr sz="1425" b="1">
                <a:solidFill>
                  <a:srgbClr val="D94B4B"/>
                </a:solidFill>
                <a:latin typeface="DejaVu Sans"/>
                <a:ea typeface="DejaVu Sans"/>
                <a:cs typeface="DejaVu Sans"/>
              </a:rPr>
              <a:t>Құпия</a:t>
            </a:r>
            <a:r>
              <a:rPr sz="1425" b="1">
                <a:solidFill>
                  <a:srgbClr val="D94B4B"/>
                </a:solidFill>
                <a:latin typeface="DejaVu Sans"/>
                <a:ea typeface="DejaVu Sans"/>
                <a:cs typeface="DejaVu Sans"/>
              </a:rPr>
              <a:t> </a:t>
            </a:r>
            <a:r>
              <a:rPr sz="1425" b="1">
                <a:solidFill>
                  <a:srgbClr val="D94B4B"/>
                </a:solidFill>
                <a:latin typeface="DejaVu Sans"/>
                <a:ea typeface="DejaVu Sans"/>
                <a:cs typeface="DejaVu Sans"/>
              </a:rPr>
              <a:t>құжатты</a:t>
            </a:r>
            <a:r>
              <a:rPr sz="1425" b="1">
                <a:solidFill>
                  <a:srgbClr val="D94B4B"/>
                </a:solidFill>
                <a:latin typeface="DejaVu Sans"/>
                <a:ea typeface="DejaVu Sans"/>
                <a:cs typeface="DejaVu Sans"/>
              </a:rPr>
              <a:t> </a:t>
            </a:r>
            <a:r>
              <a:rPr sz="1425" b="1">
                <a:solidFill>
                  <a:srgbClr val="D94B4B"/>
                </a:solidFill>
                <a:latin typeface="DejaVu Sans"/>
                <a:ea typeface="DejaVu Sans"/>
                <a:cs typeface="DejaVu Sans"/>
              </a:rPr>
              <a:t>жүктемейміз</a:t>
            </a:r>
            <a:r>
              <a:rPr sz="1425" b="1">
                <a:solidFill>
                  <a:srgbClr val="D94B4B"/>
                </a:solidFill>
                <a:latin typeface="DejaVu Sans"/>
                <a:ea typeface="DejaVu Sans"/>
                <a:cs typeface="DejaVu Sans"/>
              </a:rPr>
              <a:t>. </a:t>
            </a:r>
            <a:r>
              <a:rPr sz="1425" b="1">
                <a:solidFill>
                  <a:srgbClr val="D94B4B"/>
                </a:solidFill>
                <a:latin typeface="DejaVu Sans"/>
                <a:ea typeface="DejaVu Sans"/>
                <a:cs typeface="DejaVu Sans"/>
              </a:rPr>
              <a:t>Тек</a:t>
            </a:r>
            <a:r>
              <a:rPr sz="1425" b="1">
                <a:solidFill>
                  <a:srgbClr val="D94B4B"/>
                </a:solidFill>
                <a:latin typeface="DejaVu Sans"/>
                <a:ea typeface="DejaVu Sans"/>
                <a:cs typeface="DejaVu Sans"/>
              </a:rPr>
              <a:t> </a:t>
            </a:r>
            <a:r>
              <a:rPr sz="1425" b="1">
                <a:solidFill>
                  <a:srgbClr val="D94B4B"/>
                </a:solidFill>
                <a:latin typeface="DejaVu Sans"/>
                <a:ea typeface="DejaVu Sans"/>
                <a:cs typeface="DejaVu Sans"/>
              </a:rPr>
              <a:t>рұқсат</a:t>
            </a:r>
            <a:r>
              <a:rPr sz="1425" b="1">
                <a:solidFill>
                  <a:srgbClr val="D94B4B"/>
                </a:solidFill>
                <a:latin typeface="DejaVu Sans"/>
                <a:ea typeface="DejaVu Sans"/>
                <a:cs typeface="DejaVu Sans"/>
              </a:rPr>
              <a:t> </a:t>
            </a:r>
            <a:r>
              <a:rPr sz="1425" b="1">
                <a:solidFill>
                  <a:srgbClr val="D94B4B"/>
                </a:solidFill>
                <a:latin typeface="DejaVu Sans"/>
                <a:ea typeface="DejaVu Sans"/>
                <a:cs typeface="DejaVu Sans"/>
              </a:rPr>
              <a:t>етілген</a:t>
            </a:r>
            <a:r>
              <a:rPr sz="1425" b="1">
                <a:solidFill>
                  <a:srgbClr val="D94B4B"/>
                </a:solidFill>
                <a:latin typeface="DejaVu Sans"/>
                <a:ea typeface="DejaVu Sans"/>
                <a:cs typeface="DejaVu Sans"/>
              </a:rPr>
              <a:t> </a:t>
            </a:r>
            <a:r>
              <a:rPr sz="1425" b="1">
                <a:solidFill>
                  <a:srgbClr val="D94B4B"/>
                </a:solidFill>
                <a:latin typeface="DejaVu Sans"/>
                <a:ea typeface="DejaVu Sans"/>
                <a:cs typeface="DejaVu Sans"/>
              </a:rPr>
              <a:t>оқу</a:t>
            </a:r>
            <a:r>
              <a:rPr sz="1425" b="1">
                <a:solidFill>
                  <a:srgbClr val="D94B4B"/>
                </a:solidFill>
                <a:latin typeface="DejaVu Sans"/>
                <a:ea typeface="DejaVu Sans"/>
                <a:cs typeface="DejaVu Sans"/>
              </a:rPr>
              <a:t> </a:t>
            </a:r>
            <a:r>
              <a:rPr sz="1425" b="1">
                <a:solidFill>
                  <a:srgbClr val="D94B4B"/>
                </a:solidFill>
                <a:latin typeface="DejaVu Sans"/>
                <a:ea typeface="DejaVu Sans"/>
                <a:cs typeface="DejaVu Sans"/>
              </a:rPr>
              <a:t>файлын</a:t>
            </a:r>
            <a:r>
              <a:rPr sz="1425" b="1">
                <a:solidFill>
                  <a:srgbClr val="D94B4B"/>
                </a:solidFill>
                <a:latin typeface="DejaVu Sans"/>
                <a:ea typeface="DejaVu Sans"/>
                <a:cs typeface="DejaVu Sans"/>
              </a:rPr>
              <a:t> </a:t>
            </a:r>
            <a:r>
              <a:rPr sz="1425" b="1">
                <a:solidFill>
                  <a:srgbClr val="D94B4B"/>
                </a:solidFill>
                <a:latin typeface="DejaVu Sans"/>
                <a:ea typeface="DejaVu Sans"/>
                <a:cs typeface="DejaVu Sans"/>
              </a:rPr>
              <a:t>қолданамыз</a:t>
            </a:r>
            <a:r>
              <a:rPr sz="1425" b="1">
                <a:solidFill>
                  <a:srgbClr val="D94B4B"/>
                </a:solidFill>
                <a:latin typeface="DejaVu Sans"/>
                <a:ea typeface="DejaVu Sans"/>
                <a:cs typeface="DejaVu Sans"/>
              </a:rPr>
              <a:t>.</a:t>
            </a:r>
          </a:p>
        </p:txBody>
      </p:sp>
      <p:sp>
        <p:nvSpPr>
          <p:cNvPr id="7" name="Прямоугольник 6">
            <a:extLst xmlns:a="http://schemas.openxmlformats.org/drawingml/2006/main">
              <a:ext uri="{FF2B5EF4-FFF2-40B4-BE49-F238E27FC236}">
                <a16:creationId xmlns:a16="http://schemas.microsoft.com/office/drawing/2014/main" id="{71E2103B-DCAE-4931-8DBC-13A4FB9D40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9850"/>
            <a:ext cx="476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5679" lnSpcReduction="1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900" b="0">
                <a:solidFill>
                  <a:srgbClr val="59616E"/>
                </a:solidFill>
                <a:latin typeface="DejaVu Sans"/>
                <a:ea typeface="DejaVu Sans"/>
                <a:cs typeface="DejaVu Sans"/>
              </a:defRPr>
            </a:pPr>
            <a:r>
              <a:rPr sz="900" b="0">
                <a:solidFill>
                  <a:srgbClr val="59616E"/>
                </a:solidFill>
                <a:latin typeface="DejaVu Sans"/>
                <a:ea typeface="DejaVu Sans"/>
                <a:cs typeface="DejaVu Sans"/>
              </a:rPr>
              <a:t>35</a:t>
            </a:r>
          </a:p>
        </p:txBody>
      </p:sp>
      <p:pic>
        <p:nvPicPr>
          <p:cNvPr id="18" name="Рисунок 8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c28bd41f7d34824"/>
          <a:stretch xmlns:a="http://schemas.openxmlformats.org/drawingml/2006/main"/>
        </p:blipFill>
        <p:spPr>
          <a:xfrm xmlns:a="http://schemas.openxmlformats.org/drawingml/2006/main">
            <a:off x="6352790" y="2976699"/>
            <a:ext cx="4803057" cy="3880995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53159284"/>
      </p:ext>
    </p:extLst>
  </p:cSld>
</p:sld>
</file>

<file path=ppt/slides/slide36.xml><?xml version="1.0" encoding="utf-8"?>
<p:sld xmlns:p="http://schemas.openxmlformats.org/presentationml/2006/main">
  <p:cSld>
    <p:bg>
      <p:bgPr>
        <a:solidFill xmlns:a="http://schemas.openxmlformats.org/drawingml/2006/main">
          <a:srgbClr val="0E142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Прямоугольник 5">
            <a:extLst xmlns:a="http://schemas.openxmlformats.org/drawingml/2006/main">
              <a:ext uri="{FF2B5EF4-FFF2-40B4-BE49-F238E27FC236}">
                <a16:creationId xmlns:a16="http://schemas.microsoft.com/office/drawing/2014/main" id="{E613F062-FAFA-447E-85E2-B47397A239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28600"/>
            <a:ext cx="3810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9808" lnSpcReduction="1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B8F238"/>
                </a:solidFill>
                <a:latin typeface="DejaVu Sans"/>
                <a:ea typeface="DejaVu Sans"/>
                <a:cs typeface="DejaVu Sans"/>
              </a:defRPr>
            </a:pPr>
            <a:r>
              <a:rPr sz="975" b="1">
                <a:solidFill>
                  <a:srgbClr val="B8F238"/>
                </a:solidFill>
                <a:latin typeface="DejaVu Sans"/>
                <a:ea typeface="DejaVu Sans"/>
                <a:cs typeface="DejaVu Sans"/>
              </a:rPr>
              <a:t>2-БӨЛІМ</a:t>
            </a:r>
          </a:p>
        </p:txBody>
      </p:sp>
      <p:sp>
        <p:nvSpPr>
          <p:cNvPr id="2" name="Прямоугольник 1">
            <a:extLst xmlns:a="http://schemas.openxmlformats.org/drawingml/2006/main">
              <a:ext uri="{FF2B5EF4-FFF2-40B4-BE49-F238E27FC236}">
                <a16:creationId xmlns:a16="http://schemas.microsoft.com/office/drawing/2014/main" id="{A76550B6-A47A-4AB0-A7CC-1BD3517591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552450"/>
            <a:ext cx="107632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FFFFFF"/>
                </a:solidFill>
                <a:latin typeface="DejaVu Sans"/>
                <a:ea typeface="DejaVu Sans"/>
                <a:cs typeface="DejaVu Sans"/>
              </a:defRPr>
            </a:pPr>
            <a:r>
              <a:rPr sz="2550" b="1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Жұмыста қолдану</a:t>
            </a:r>
          </a:p>
        </p:txBody>
      </p:sp>
      <p:sp>
        <p:nvSpPr>
          <p:cNvPr id="3" name="Прямоугольник 2">
            <a:extLst xmlns:a="http://schemas.openxmlformats.org/drawingml/2006/main">
              <a:ext uri="{FF2B5EF4-FFF2-40B4-BE49-F238E27FC236}">
                <a16:creationId xmlns:a16="http://schemas.microsoft.com/office/drawing/2014/main" id="{A9A60A5A-318D-49A6-BCFD-47BCBEBC73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952625"/>
            <a:ext cx="93345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FFFFFF"/>
                </a:solidFill>
                <a:latin typeface="DejaVu Sans"/>
                <a:ea typeface="DejaVu Sans"/>
                <a:cs typeface="DejaVu Sans"/>
              </a:defRPr>
            </a:pPr>
            <a:r>
              <a:rPr sz="2550" b="1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Қызметтік хат, хаттама, ауысым есебі, Excel және техникалық мәтін</a:t>
            </a:r>
          </a:p>
        </p:txBody>
      </p:sp>
      <p:sp>
        <p:nvSpPr>
          <p:cNvPr id="4" name="Прямоугольник 3">
            <a:extLst xmlns:a="http://schemas.openxmlformats.org/drawingml/2006/main">
              <a:ext uri="{FF2B5EF4-FFF2-40B4-BE49-F238E27FC236}">
                <a16:creationId xmlns:a16="http://schemas.microsoft.com/office/drawing/2014/main" id="{1C878364-F442-40B7-B5F6-1A465C092B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3524250"/>
            <a:ext cx="85725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725" b="0">
                <a:solidFill>
                  <a:srgbClr val="B8F238"/>
                </a:solidFill>
                <a:latin typeface="DejaVu Sans"/>
                <a:ea typeface="DejaVu Sans"/>
                <a:cs typeface="DejaVu Sans"/>
              </a:defRPr>
            </a:pPr>
            <a:r>
              <a:rPr sz="1725" b="0">
                <a:solidFill>
                  <a:srgbClr val="B8F238"/>
                </a:solidFill>
                <a:latin typeface="DejaVu Sans"/>
                <a:ea typeface="DejaVu Sans"/>
                <a:cs typeface="DejaVu Sans"/>
              </a:rPr>
              <a:t>Барлық деректер ойдан құрастырылған оқу мысалдары</a:t>
            </a:r>
          </a:p>
        </p:txBody>
      </p:sp>
      <p:sp>
        <p:nvSpPr>
          <p:cNvPr id="5" name="Прямоугольник 4">
            <a:extLst xmlns:a="http://schemas.openxmlformats.org/drawingml/2006/main">
              <a:ext uri="{FF2B5EF4-FFF2-40B4-BE49-F238E27FC236}">
                <a16:creationId xmlns:a16="http://schemas.microsoft.com/office/drawing/2014/main" id="{72259983-CB72-455E-ACFE-4656B435A5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9850"/>
            <a:ext cx="476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5679" lnSpcReduction="1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900" b="0">
                <a:solidFill>
                  <a:srgbClr val="59616E"/>
                </a:solidFill>
                <a:latin typeface="DejaVu Sans"/>
                <a:ea typeface="DejaVu Sans"/>
                <a:cs typeface="DejaVu Sans"/>
              </a:defRPr>
            </a:pPr>
            <a:r>
              <a:rPr sz="900" b="0">
                <a:solidFill>
                  <a:srgbClr val="59616E"/>
                </a:solidFill>
                <a:latin typeface="DejaVu Sans"/>
                <a:ea typeface="DejaVu Sans"/>
                <a:cs typeface="DejaVu Sans"/>
              </a:rPr>
              <a:t>36</a:t>
            </a:r>
          </a:p>
        </p:txBody>
      </p:sp>
    </p:spTree>
    <p:extLst>
      <p:ext uri="{BB962C8B-B14F-4D97-AF65-F5344CB8AC3E}">
        <p14:creationId xmlns:p14="http://schemas.microsoft.com/office/powerpoint/2010/main" val="1759055784"/>
      </p:ext>
    </p:extLst>
  </p:cSld>
</p:sld>
</file>

<file path=ppt/slides/slide37.xml><?xml version="1.0" encoding="utf-8"?>
<p:sld xmlns:p="http://schemas.openxmlformats.org/presentationml/2006/main">
  <p:cSld>
    <p:bg>
      <p:bgPr>
        <a:solidFill xmlns:a="http://schemas.openxmlformats.org/drawingml/2006/main">
          <a:srgbClr val="F7F7F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Прямоугольник 8">
            <a:extLst xmlns:a="http://schemas.openxmlformats.org/drawingml/2006/main">
              <a:ext uri="{FF2B5EF4-FFF2-40B4-BE49-F238E27FC236}">
                <a16:creationId xmlns:a16="http://schemas.microsoft.com/office/drawing/2014/main" id="{F1C020B2-FE72-45B7-AC22-0A017F7257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28600"/>
            <a:ext cx="3810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9808" lnSpcReduction="1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59616E"/>
                </a:solidFill>
                <a:latin typeface="DejaVu Sans"/>
                <a:ea typeface="DejaVu Sans"/>
                <a:cs typeface="DejaVu Sans"/>
              </a:defRPr>
            </a:pPr>
            <a:r>
              <a:rPr sz="975" b="1">
                <a:solidFill>
                  <a:srgbClr val="59616E"/>
                </a:solidFill>
                <a:latin typeface="DejaVu Sans"/>
                <a:ea typeface="DejaVu Sans"/>
                <a:cs typeface="DejaVu Sans"/>
              </a:rPr>
              <a:t>ПРАКТИКА</a:t>
            </a:r>
          </a:p>
        </p:txBody>
      </p:sp>
      <p:sp>
        <p:nvSpPr>
          <p:cNvPr id="2" name="Прямоугольник 1">
            <a:extLst xmlns:a="http://schemas.openxmlformats.org/drawingml/2006/main">
              <a:ext uri="{FF2B5EF4-FFF2-40B4-BE49-F238E27FC236}">
                <a16:creationId xmlns:a16="http://schemas.microsoft.com/office/drawing/2014/main" id="{A59FE84C-D628-471B-866C-60E4AFE9FA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552450"/>
            <a:ext cx="107632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E1420"/>
                </a:solidFill>
                <a:latin typeface="DejaVu Sans"/>
                <a:ea typeface="DejaVu Sans"/>
                <a:cs typeface="DejaVu Sans"/>
              </a:defRPr>
            </a:pPr>
            <a:r>
              <a:rPr sz="2550" b="1">
                <a:solidFill>
                  <a:srgbClr val="0E1420"/>
                </a:solidFill>
                <a:latin typeface="DejaVu Sans"/>
                <a:ea typeface="DejaVu Sans"/>
                <a:cs typeface="DejaVu Sans"/>
              </a:rPr>
              <a:t>Кейс 1. Қызметтік хат</a:t>
            </a:r>
          </a:p>
        </p:txBody>
      </p:sp>
      <p:sp>
        <p:nvSpPr>
          <p:cNvPr id="3" name="Прямоугольник 2">
            <a:extLst xmlns:a="http://schemas.openxmlformats.org/drawingml/2006/main">
              <a:ext uri="{FF2B5EF4-FFF2-40B4-BE49-F238E27FC236}">
                <a16:creationId xmlns:a16="http://schemas.microsoft.com/office/drawing/2014/main" id="{7CE94793-DF98-4D60-B9E6-EAA70A74F3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257300"/>
            <a:ext cx="10763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59616E"/>
                </a:solidFill>
                <a:latin typeface="DejaVu Sans"/>
                <a:ea typeface="DejaVu Sans"/>
                <a:cs typeface="DejaVu Sans"/>
              </a:defRPr>
            </a:pPr>
            <a:r>
              <a:rPr sz="1350" b="0">
                <a:solidFill>
                  <a:srgbClr val="59616E"/>
                </a:solidFill>
                <a:latin typeface="DejaVu Sans"/>
                <a:ea typeface="DejaVu Sans"/>
                <a:cs typeface="DejaVu Sans"/>
              </a:rPr>
              <a:t>Оқу дерегі: нақты объект пен қызметкер аты қолданылмайды</a:t>
            </a:r>
          </a:p>
        </p:txBody>
      </p:sp>
      <p:sp>
        <p:nvSpPr>
          <p:cNvPr id="4" name="Скругленный прямоугольник 3">
            <a:extLst xmlns:a="http://schemas.openxmlformats.org/drawingml/2006/main">
              <a:ext uri="{FF2B5EF4-FFF2-40B4-BE49-F238E27FC236}">
                <a16:creationId xmlns:a16="http://schemas.microsoft.com/office/drawing/2014/main" id="{E1BA25B9-2328-4787-8590-6FA545D6E6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809750"/>
            <a:ext cx="10763250" cy="3048000"/>
          </a:xfrm>
          <a:prstGeom xmlns:a="http://schemas.openxmlformats.org/drawingml/2006/main" prst="roundRect">
            <a:avLst>
              <a:gd name="adj" fmla="val 5625"/>
            </a:avLst>
          </a:prstGeom>
          <a:solidFill xmlns:a="http://schemas.openxmlformats.org/drawingml/2006/main">
            <a:srgbClr val="0E1420"/>
          </a:solidFill>
          <a:ln xmlns:a="http://schemas.openxmlformats.org/drawingml/2006/main" w="9525">
            <a:solidFill>
              <a:srgbClr val="0E142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5" name="Прямоугольник 4">
            <a:extLst xmlns:a="http://schemas.openxmlformats.org/drawingml/2006/main">
              <a:ext uri="{FF2B5EF4-FFF2-40B4-BE49-F238E27FC236}">
                <a16:creationId xmlns:a16="http://schemas.microsoft.com/office/drawing/2014/main" id="{C62C0F01-34EA-46CC-8590-C2FFAFE10F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2038350"/>
            <a:ext cx="1238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B8F238"/>
                </a:solidFill>
                <a:latin typeface="DejaVu Sans"/>
                <a:ea typeface="DejaVu Sans"/>
                <a:cs typeface="DejaVu Sans"/>
              </a:defRPr>
            </a:pPr>
            <a:r>
              <a:rPr sz="1050" b="1">
                <a:solidFill>
                  <a:srgbClr val="B8F238"/>
                </a:solidFill>
                <a:latin typeface="DejaVu Sans"/>
                <a:ea typeface="DejaVu Sans"/>
                <a:cs typeface="DejaVu Sans"/>
              </a:rPr>
              <a:t>СҰРАУ</a:t>
            </a:r>
          </a:p>
        </p:txBody>
      </p:sp>
      <p:sp>
        <p:nvSpPr>
          <p:cNvPr id="6" name="Прямоугольник 5">
            <a:extLst xmlns:a="http://schemas.openxmlformats.org/drawingml/2006/main">
              <a:ext uri="{FF2B5EF4-FFF2-40B4-BE49-F238E27FC236}">
                <a16:creationId xmlns:a16="http://schemas.microsoft.com/office/drawing/2014/main" id="{97AAE8F6-FD23-4F3A-98C1-30A9A5F964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2400300"/>
            <a:ext cx="10287000" cy="2095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875" b="0">
                <a:solidFill>
                  <a:srgbClr val="FFFFFF"/>
                </a:solidFill>
                <a:latin typeface="DejaVu Sans"/>
                <a:ea typeface="DejaVu Sans"/>
                <a:cs typeface="DejaVu Sans"/>
              </a:defRPr>
            </a:pPr>
            <a:r>
              <a:rPr sz="1875" b="0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Сен</a:t>
            </a:r>
            <a:r>
              <a:rPr sz="1875" b="0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 </a:t>
            </a:r>
            <a:r>
              <a:rPr sz="1875" b="0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тәжірибелі</a:t>
            </a:r>
            <a:r>
              <a:rPr sz="1875" b="0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 </a:t>
            </a:r>
            <a:r>
              <a:rPr sz="1875" b="0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іс</a:t>
            </a:r>
            <a:r>
              <a:rPr sz="1875" b="0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 </a:t>
            </a:r>
            <a:r>
              <a:rPr sz="1875" b="0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жүргізушісің</a:t>
            </a:r>
            <a:r>
              <a:rPr sz="1875" b="0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. </a:t>
            </a:r>
            <a:r>
              <a:rPr sz="1875" b="0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Техникалық</a:t>
            </a:r>
            <a:r>
              <a:rPr sz="1875" b="0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 </a:t>
            </a:r>
            <a:r>
              <a:rPr sz="1875" b="0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қызмет</a:t>
            </a:r>
            <a:r>
              <a:rPr sz="1875" b="0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 </a:t>
            </a:r>
            <a:r>
              <a:rPr sz="1875" b="0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көрсету</a:t>
            </a:r>
            <a:r>
              <a:rPr sz="1875" b="0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 </a:t>
            </a:r>
            <a:r>
              <a:rPr sz="1875" b="0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мерзімі</a:t>
            </a:r>
            <a:r>
              <a:rPr sz="1875" b="0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 20 </a:t>
            </a:r>
            <a:r>
              <a:rPr sz="1875" b="0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қыркүйектен</a:t>
            </a:r>
            <a:r>
              <a:rPr sz="1875" b="0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 25 </a:t>
            </a:r>
            <a:r>
              <a:rPr sz="1875" b="0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қыркүйекке</a:t>
            </a:r>
            <a:r>
              <a:rPr sz="1875" b="0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 </a:t>
            </a:r>
            <a:r>
              <a:rPr sz="1875" b="0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ауысты</a:t>
            </a:r>
            <a:r>
              <a:rPr sz="1875" b="0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. </a:t>
            </a:r>
            <a:r>
              <a:rPr sz="1875" b="0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Себебі</a:t>
            </a:r>
            <a:r>
              <a:rPr sz="1875" b="0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: </a:t>
            </a:r>
            <a:r>
              <a:rPr sz="1875" b="0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оқу</a:t>
            </a:r>
            <a:r>
              <a:rPr sz="1875" b="0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 </a:t>
            </a:r>
            <a:r>
              <a:rPr sz="1875" b="0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мысалындағы</a:t>
            </a:r>
            <a:r>
              <a:rPr sz="1875" b="0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 </a:t>
            </a:r>
            <a:r>
              <a:rPr sz="1875" b="0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қосалқы</a:t>
            </a:r>
            <a:r>
              <a:rPr sz="1875" b="0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 </a:t>
            </a:r>
            <a:r>
              <a:rPr sz="1875" b="0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бөлшек</a:t>
            </a:r>
            <a:r>
              <a:rPr sz="1875" b="0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 </a:t>
            </a:r>
            <a:r>
              <a:rPr sz="1875" b="0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кешікті</a:t>
            </a:r>
            <a:r>
              <a:rPr sz="1875" b="0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. </a:t>
            </a:r>
            <a:r>
              <a:rPr sz="1875" b="0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Басшылыққа</a:t>
            </a:r>
            <a:r>
              <a:rPr sz="1875" b="0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 </a:t>
            </a:r>
            <a:r>
              <a:rPr sz="1875" b="0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арналған</a:t>
            </a:r>
            <a:r>
              <a:rPr sz="1875" b="0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 </a:t>
            </a:r>
            <a:r>
              <a:rPr sz="1875" b="0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қысқа</a:t>
            </a:r>
            <a:r>
              <a:rPr sz="1875" b="0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 </a:t>
            </a:r>
            <a:r>
              <a:rPr sz="1875" b="0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қызметтік</a:t>
            </a:r>
            <a:r>
              <a:rPr sz="1875" b="0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 </a:t>
            </a:r>
            <a:r>
              <a:rPr sz="1875" b="0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хат</a:t>
            </a:r>
            <a:r>
              <a:rPr sz="1875" b="0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 </a:t>
            </a:r>
            <a:r>
              <a:rPr sz="1875" b="0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жаз</a:t>
            </a:r>
            <a:r>
              <a:rPr sz="1875" b="0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. </a:t>
            </a:r>
            <a:r>
              <a:rPr sz="1875" b="0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Ресми</a:t>
            </a:r>
            <a:r>
              <a:rPr sz="1875" b="0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 </a:t>
            </a:r>
            <a:r>
              <a:rPr sz="1875" b="0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стиль</a:t>
            </a:r>
            <a:r>
              <a:rPr sz="1875" b="0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 </a:t>
            </a:r>
            <a:r>
              <a:rPr sz="1875" b="0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қолдан</a:t>
            </a:r>
            <a:r>
              <a:rPr sz="1875" b="0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. </a:t>
            </a:r>
            <a:r>
              <a:rPr sz="1875" b="0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Қазақ</a:t>
            </a:r>
            <a:r>
              <a:rPr sz="1875" b="0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 </a:t>
            </a:r>
            <a:r>
              <a:rPr sz="1875" b="0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және</a:t>
            </a:r>
            <a:r>
              <a:rPr sz="1875" b="0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 </a:t>
            </a:r>
            <a:r>
              <a:rPr sz="1875" b="0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орыс</a:t>
            </a:r>
            <a:r>
              <a:rPr sz="1875" b="0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 </a:t>
            </a:r>
            <a:r>
              <a:rPr sz="1875" b="0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тілдерінде</a:t>
            </a:r>
            <a:r>
              <a:rPr sz="1875" b="0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 </a:t>
            </a:r>
            <a:r>
              <a:rPr sz="1875" b="0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бер</a:t>
            </a:r>
            <a:r>
              <a:rPr sz="1875" b="0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. </a:t>
            </a:r>
            <a:r>
              <a:rPr sz="1875" b="0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Мәтінде</a:t>
            </a:r>
            <a:r>
              <a:rPr sz="1875" b="0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 </a:t>
            </a:r>
            <a:r>
              <a:rPr sz="1875" b="0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жоқ</a:t>
            </a:r>
            <a:r>
              <a:rPr sz="1875" b="0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 </a:t>
            </a:r>
            <a:r>
              <a:rPr sz="1875" b="0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деректі</a:t>
            </a:r>
            <a:r>
              <a:rPr sz="1875" b="0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 </a:t>
            </a:r>
            <a:r>
              <a:rPr sz="1875" b="0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қоспа</a:t>
            </a:r>
            <a:r>
              <a:rPr sz="1875" b="0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.</a:t>
            </a:r>
          </a:p>
        </p:txBody>
      </p:sp>
      <p:sp>
        <p:nvSpPr>
          <p:cNvPr id="7" name="Прямоугольник 6">
            <a:extLst xmlns:a="http://schemas.openxmlformats.org/drawingml/2006/main">
              <a:ext uri="{FF2B5EF4-FFF2-40B4-BE49-F238E27FC236}">
                <a16:creationId xmlns:a16="http://schemas.microsoft.com/office/drawing/2014/main" id="{910646B4-741F-4358-A91C-569E629936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5143500"/>
            <a:ext cx="10763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59616E"/>
                </a:solidFill>
                <a:latin typeface="DejaVu Sans"/>
                <a:ea typeface="DejaVu Sans"/>
                <a:cs typeface="DejaVu Sans"/>
              </a:defRPr>
            </a:pPr>
            <a:r>
              <a:rPr sz="1200" b="0">
                <a:solidFill>
                  <a:srgbClr val="59616E"/>
                </a:solidFill>
                <a:latin typeface="DejaVu Sans"/>
                <a:ea typeface="DejaVu Sans"/>
                <a:cs typeface="DejaVu Sans"/>
              </a:rPr>
              <a:t>Оқу үлгісі. Құпия және жеке деректерді енгізбейміз.</a:t>
            </a:r>
          </a:p>
        </p:txBody>
      </p:sp>
      <p:sp>
        <p:nvSpPr>
          <p:cNvPr id="8" name="Прямоугольник 7">
            <a:extLst xmlns:a="http://schemas.openxmlformats.org/drawingml/2006/main">
              <a:ext uri="{FF2B5EF4-FFF2-40B4-BE49-F238E27FC236}">
                <a16:creationId xmlns:a16="http://schemas.microsoft.com/office/drawing/2014/main" id="{85F5337E-9499-4677-8045-86C97CD255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9850"/>
            <a:ext cx="476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5679" lnSpcReduction="1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900" b="0">
                <a:solidFill>
                  <a:srgbClr val="59616E"/>
                </a:solidFill>
                <a:latin typeface="DejaVu Sans"/>
                <a:ea typeface="DejaVu Sans"/>
                <a:cs typeface="DejaVu Sans"/>
              </a:defRPr>
            </a:pPr>
            <a:r>
              <a:rPr sz="900" b="0">
                <a:solidFill>
                  <a:srgbClr val="59616E"/>
                </a:solidFill>
                <a:latin typeface="DejaVu Sans"/>
                <a:ea typeface="DejaVu Sans"/>
                <a:cs typeface="DejaVu Sans"/>
              </a:rPr>
              <a:t>37</a:t>
            </a:r>
          </a:p>
        </p:txBody>
      </p:sp>
    </p:spTree>
    <p:extLst>
      <p:ext uri="{BB962C8B-B14F-4D97-AF65-F5344CB8AC3E}">
        <p14:creationId xmlns:p14="http://schemas.microsoft.com/office/powerpoint/2010/main" val="1092949281"/>
      </p:ext>
    </p:extLst>
  </p:cSld>
</p:sld>
</file>

<file path=ppt/slides/slide38.xml><?xml version="1.0" encoding="utf-8"?>
<p:sld xmlns:p="http://schemas.openxmlformats.org/presentationml/2006/main">
  <p:cSld>
    <p:bg>
      <p:bgPr>
        <a:solidFill xmlns:a="http://schemas.openxmlformats.org/drawingml/2006/main">
          <a:srgbClr val="F7F7F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Прямоугольник 14">
            <a:extLst xmlns:a="http://schemas.openxmlformats.org/drawingml/2006/main">
              <a:ext uri="{FF2B5EF4-FFF2-40B4-BE49-F238E27FC236}">
                <a16:creationId xmlns:a16="http://schemas.microsoft.com/office/drawing/2014/main" id="{5296DDC9-915D-48AA-824A-42455B50E1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28600"/>
            <a:ext cx="3810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9808" lnSpcReduction="1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59616E"/>
                </a:solidFill>
                <a:latin typeface="DejaVu Sans"/>
                <a:ea typeface="DejaVu Sans"/>
                <a:cs typeface="DejaVu Sans"/>
              </a:defRPr>
            </a:pPr>
            <a:r>
              <a:rPr sz="975" b="1">
                <a:solidFill>
                  <a:srgbClr val="59616E"/>
                </a:solidFill>
                <a:latin typeface="DejaVu Sans"/>
                <a:ea typeface="DejaVu Sans"/>
                <a:cs typeface="DejaVu Sans"/>
              </a:rPr>
              <a:t>ЭКРАНДАҒЫ НӘТИЖЕ</a:t>
            </a:r>
          </a:p>
        </p:txBody>
      </p:sp>
      <p:sp>
        <p:nvSpPr>
          <p:cNvPr id="2" name="Прямоугольник 1">
            <a:extLst xmlns:a="http://schemas.openxmlformats.org/drawingml/2006/main">
              <a:ext uri="{FF2B5EF4-FFF2-40B4-BE49-F238E27FC236}">
                <a16:creationId xmlns:a16="http://schemas.microsoft.com/office/drawing/2014/main" id="{A2EB6A89-5572-442D-AF9F-7CEECF96A4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552450"/>
            <a:ext cx="107632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E1420"/>
                </a:solidFill>
                <a:latin typeface="DejaVu Sans"/>
                <a:ea typeface="DejaVu Sans"/>
                <a:cs typeface="DejaVu Sans"/>
              </a:defRPr>
            </a:pPr>
            <a:r>
              <a:rPr sz="2550" b="1">
                <a:solidFill>
                  <a:srgbClr val="0E1420"/>
                </a:solidFill>
                <a:latin typeface="DejaVu Sans"/>
                <a:ea typeface="DejaVu Sans"/>
                <a:cs typeface="DejaVu Sans"/>
              </a:rPr>
              <a:t>Кейс 1. Хаттың нәтижесі</a:t>
            </a:r>
          </a:p>
        </p:txBody>
      </p:sp>
      <p:sp>
        <p:nvSpPr>
          <p:cNvPr id="3" name="Скругленный прямоугольник 2">
            <a:extLst xmlns:a="http://schemas.openxmlformats.org/drawingml/2006/main">
              <a:ext uri="{FF2B5EF4-FFF2-40B4-BE49-F238E27FC236}">
                <a16:creationId xmlns:a16="http://schemas.microsoft.com/office/drawing/2014/main" id="{69302833-1CC1-41B1-AB22-C6C00DB7B8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381125"/>
            <a:ext cx="10763250" cy="3714750"/>
          </a:xfrm>
          <a:prstGeom xmlns:a="http://schemas.openxmlformats.org/drawingml/2006/main" prst="roundRect">
            <a:avLst>
              <a:gd name="adj" fmla="val 4615"/>
            </a:avLst>
          </a:prstGeom>
          <a:solidFill xmlns:a="http://schemas.openxmlformats.org/drawingml/2006/main">
            <a:srgbClr val="0E1420"/>
          </a:solidFill>
          <a:ln xmlns:a="http://schemas.openxmlformats.org/drawingml/2006/main" w="9525">
            <a:solidFill>
              <a:srgbClr val="0E142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Прямоугольник 3">
            <a:extLst xmlns:a="http://schemas.openxmlformats.org/drawingml/2006/main">
              <a:ext uri="{FF2B5EF4-FFF2-40B4-BE49-F238E27FC236}">
                <a16:creationId xmlns:a16="http://schemas.microsoft.com/office/drawing/2014/main" id="{3EB8D5D9-2AB3-43E9-B17A-0259A71ECA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1590675"/>
            <a:ext cx="4762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B8F238"/>
                </a:solidFill>
                <a:latin typeface="DejaVu Sans"/>
                <a:ea typeface="DejaVu Sans"/>
                <a:cs typeface="DejaVu Sans"/>
              </a:defRPr>
            </a:pPr>
            <a:r>
              <a:rPr sz="1050" b="1">
                <a:solidFill>
                  <a:srgbClr val="B8F238"/>
                </a:solidFill>
                <a:latin typeface="DejaVu Sans"/>
                <a:ea typeface="DejaVu Sans"/>
                <a:cs typeface="DejaVu Sans"/>
              </a:rPr>
              <a:t>ЖИ ЖАУАБЫНЫҢ ОҚУ ҮЛГІСІ</a:t>
            </a:r>
          </a:p>
        </p:txBody>
      </p:sp>
      <p:sp>
        <p:nvSpPr>
          <p:cNvPr id="5" name="Прямоугольник 4">
            <a:extLst xmlns:a="http://schemas.openxmlformats.org/drawingml/2006/main">
              <a:ext uri="{FF2B5EF4-FFF2-40B4-BE49-F238E27FC236}">
                <a16:creationId xmlns:a16="http://schemas.microsoft.com/office/drawing/2014/main" id="{2A55F29C-5821-4283-84E9-F7432CA26C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2000250"/>
            <a:ext cx="233362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B8F238"/>
                </a:solidFill>
                <a:latin typeface="DejaVu Sans"/>
                <a:ea typeface="DejaVu Sans"/>
                <a:cs typeface="DejaVu Sans"/>
              </a:defRPr>
            </a:pPr>
            <a:r>
              <a:rPr sz="1350" b="1">
                <a:solidFill>
                  <a:srgbClr val="B8F238"/>
                </a:solidFill>
                <a:latin typeface="DejaVu Sans"/>
                <a:ea typeface="DejaVu Sans"/>
                <a:cs typeface="DejaVu Sans"/>
              </a:rPr>
              <a:t>Тақырып</a:t>
            </a:r>
          </a:p>
        </p:txBody>
      </p:sp>
      <p:sp>
        <p:nvSpPr>
          <p:cNvPr id="6" name="Прямоугольник 5">
            <a:extLst xmlns:a="http://schemas.openxmlformats.org/drawingml/2006/main">
              <a:ext uri="{FF2B5EF4-FFF2-40B4-BE49-F238E27FC236}">
                <a16:creationId xmlns:a16="http://schemas.microsoft.com/office/drawing/2014/main" id="{D808CAC4-5DBA-42A5-B917-72BCFFF55A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2000250"/>
            <a:ext cx="7810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0">
                <a:solidFill>
                  <a:srgbClr val="FFFFFF"/>
                </a:solidFill>
                <a:latin typeface="DejaVu Sans"/>
                <a:ea typeface="DejaVu Sans"/>
                <a:cs typeface="DejaVu Sans"/>
              </a:defRPr>
            </a:pPr>
            <a:r>
              <a:rPr sz="1500" b="0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Техникалық қызмет көрсету мерзімінің өзгеруі туралы</a:t>
            </a:r>
          </a:p>
        </p:txBody>
      </p:sp>
      <p:sp>
        <p:nvSpPr>
          <p:cNvPr id="7" name="Прямоугольник 6">
            <a:extLst xmlns:a="http://schemas.openxmlformats.org/drawingml/2006/main">
              <a:ext uri="{FF2B5EF4-FFF2-40B4-BE49-F238E27FC236}">
                <a16:creationId xmlns:a16="http://schemas.microsoft.com/office/drawing/2014/main" id="{8145242C-D3ED-40DE-9C07-53C21A5C11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2552700"/>
            <a:ext cx="233362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B8F238"/>
                </a:solidFill>
                <a:latin typeface="DejaVu Sans"/>
                <a:ea typeface="DejaVu Sans"/>
                <a:cs typeface="DejaVu Sans"/>
              </a:defRPr>
            </a:pPr>
            <a:r>
              <a:rPr sz="1350" b="1">
                <a:solidFill>
                  <a:srgbClr val="B8F238"/>
                </a:solidFill>
                <a:latin typeface="DejaVu Sans"/>
                <a:ea typeface="DejaVu Sans"/>
                <a:cs typeface="DejaVu Sans"/>
              </a:rPr>
              <a:t>Негізгі ақпарат</a:t>
            </a:r>
          </a:p>
        </p:txBody>
      </p:sp>
      <p:sp>
        <p:nvSpPr>
          <p:cNvPr id="8" name="Прямоугольник 7">
            <a:extLst xmlns:a="http://schemas.openxmlformats.org/drawingml/2006/main">
              <a:ext uri="{FF2B5EF4-FFF2-40B4-BE49-F238E27FC236}">
                <a16:creationId xmlns:a16="http://schemas.microsoft.com/office/drawing/2014/main" id="{BC24E261-D414-419D-9C96-908B5E117B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2552700"/>
            <a:ext cx="7810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0">
                <a:solidFill>
                  <a:srgbClr val="FFFFFF"/>
                </a:solidFill>
                <a:latin typeface="DejaVu Sans"/>
                <a:ea typeface="DejaVu Sans"/>
                <a:cs typeface="DejaVu Sans"/>
              </a:defRPr>
            </a:pPr>
            <a:r>
              <a:rPr sz="1500" b="0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Жұмысты орындау мерзімі 20 қыркүйектен 25 қыркүйекке ауысады.</a:t>
            </a:r>
          </a:p>
        </p:txBody>
      </p:sp>
      <p:sp>
        <p:nvSpPr>
          <p:cNvPr id="9" name="Прямоугольник 8">
            <a:extLst xmlns:a="http://schemas.openxmlformats.org/drawingml/2006/main">
              <a:ext uri="{FF2B5EF4-FFF2-40B4-BE49-F238E27FC236}">
                <a16:creationId xmlns:a16="http://schemas.microsoft.com/office/drawing/2014/main" id="{17B9C5A5-F185-4BD3-AA67-5394310905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3105150"/>
            <a:ext cx="233362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B8F238"/>
                </a:solidFill>
                <a:latin typeface="DejaVu Sans"/>
                <a:ea typeface="DejaVu Sans"/>
                <a:cs typeface="DejaVu Sans"/>
              </a:defRPr>
            </a:pPr>
            <a:r>
              <a:rPr sz="1350" b="1">
                <a:solidFill>
                  <a:srgbClr val="B8F238"/>
                </a:solidFill>
                <a:latin typeface="DejaVu Sans"/>
                <a:ea typeface="DejaVu Sans"/>
                <a:cs typeface="DejaVu Sans"/>
              </a:rPr>
              <a:t>Себеп</a:t>
            </a:r>
          </a:p>
        </p:txBody>
      </p:sp>
      <p:sp>
        <p:nvSpPr>
          <p:cNvPr id="10" name="Прямоугольник 9">
            <a:extLst xmlns:a="http://schemas.openxmlformats.org/drawingml/2006/main">
              <a:ext uri="{FF2B5EF4-FFF2-40B4-BE49-F238E27FC236}">
                <a16:creationId xmlns:a16="http://schemas.microsoft.com/office/drawing/2014/main" id="{EB7C85F0-7973-4ADF-944C-EB8A51AA98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3105150"/>
            <a:ext cx="7810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0">
                <a:solidFill>
                  <a:srgbClr val="FFFFFF"/>
                </a:solidFill>
                <a:latin typeface="DejaVu Sans"/>
                <a:ea typeface="DejaVu Sans"/>
                <a:cs typeface="DejaVu Sans"/>
              </a:defRPr>
            </a:pPr>
            <a:r>
              <a:rPr sz="1500" b="0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Қосалқы бөлшектің кешігуі.</a:t>
            </a:r>
          </a:p>
        </p:txBody>
      </p:sp>
      <p:sp>
        <p:nvSpPr>
          <p:cNvPr id="11" name="Прямоугольник 10">
            <a:extLst xmlns:a="http://schemas.openxmlformats.org/drawingml/2006/main">
              <a:ext uri="{FF2B5EF4-FFF2-40B4-BE49-F238E27FC236}">
                <a16:creationId xmlns:a16="http://schemas.microsoft.com/office/drawing/2014/main" id="{40E78A10-2D24-431D-8623-CF30406E6D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3657600"/>
            <a:ext cx="233362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B8F238"/>
                </a:solidFill>
                <a:latin typeface="DejaVu Sans"/>
                <a:ea typeface="DejaVu Sans"/>
                <a:cs typeface="DejaVu Sans"/>
              </a:defRPr>
            </a:pPr>
            <a:r>
              <a:rPr sz="1350" b="1">
                <a:solidFill>
                  <a:srgbClr val="B8F238"/>
                </a:solidFill>
                <a:latin typeface="DejaVu Sans"/>
                <a:ea typeface="DejaVu Sans"/>
                <a:cs typeface="DejaVu Sans"/>
              </a:rPr>
              <a:t>Қосымша белгі</a:t>
            </a:r>
          </a:p>
        </p:txBody>
      </p:sp>
      <p:sp>
        <p:nvSpPr>
          <p:cNvPr id="12" name="Прямоугольник 11">
            <a:extLst xmlns:a="http://schemas.openxmlformats.org/drawingml/2006/main">
              <a:ext uri="{FF2B5EF4-FFF2-40B4-BE49-F238E27FC236}">
                <a16:creationId xmlns:a16="http://schemas.microsoft.com/office/drawing/2014/main" id="{03285D5B-9862-495F-825A-84CCE9FEE9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3657600"/>
            <a:ext cx="7810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0">
                <a:solidFill>
                  <a:srgbClr val="FFFFFF"/>
                </a:solidFill>
                <a:latin typeface="DejaVu Sans"/>
                <a:ea typeface="DejaVu Sans"/>
                <a:cs typeface="DejaVu Sans"/>
              </a:defRPr>
            </a:pPr>
            <a:r>
              <a:rPr sz="1500" b="0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Адресат пен жіберуші көрсетілмеген.</a:t>
            </a:r>
          </a:p>
        </p:txBody>
      </p:sp>
      <p:sp>
        <p:nvSpPr>
          <p:cNvPr id="13" name="Прямоугольник 12">
            <a:extLst xmlns:a="http://schemas.openxmlformats.org/drawingml/2006/main">
              <a:ext uri="{FF2B5EF4-FFF2-40B4-BE49-F238E27FC236}">
                <a16:creationId xmlns:a16="http://schemas.microsoft.com/office/drawing/2014/main" id="{8450EB81-71BE-4E79-B5FB-8BA8152951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5334000"/>
            <a:ext cx="107632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0E1420"/>
                </a:solidFill>
                <a:latin typeface="DejaVu Sans"/>
                <a:ea typeface="DejaVu Sans"/>
                <a:cs typeface="DejaVu Sans"/>
              </a:defRPr>
            </a:pPr>
            <a:r>
              <a:rPr sz="1350" b="1">
                <a:solidFill>
                  <a:srgbClr val="0E1420"/>
                </a:solidFill>
                <a:latin typeface="DejaVu Sans"/>
                <a:ea typeface="DejaVu Sans"/>
                <a:cs typeface="DejaVu Sans"/>
              </a:rPr>
              <a:t>Тексеру: күндер дұрыс па, себеп өзгермеді ме, ойдан қосылған адам немесе объект жоқ па?</a:t>
            </a:r>
          </a:p>
        </p:txBody>
      </p:sp>
      <p:sp>
        <p:nvSpPr>
          <p:cNvPr id="14" name="Прямоугольник 13">
            <a:extLst xmlns:a="http://schemas.openxmlformats.org/drawingml/2006/main">
              <a:ext uri="{FF2B5EF4-FFF2-40B4-BE49-F238E27FC236}">
                <a16:creationId xmlns:a16="http://schemas.microsoft.com/office/drawing/2014/main" id="{437AE86C-2CA9-47BE-8690-B64D60D8F7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9850"/>
            <a:ext cx="476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5679" lnSpcReduction="1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900" b="0">
                <a:solidFill>
                  <a:srgbClr val="59616E"/>
                </a:solidFill>
                <a:latin typeface="DejaVu Sans"/>
                <a:ea typeface="DejaVu Sans"/>
                <a:cs typeface="DejaVu Sans"/>
              </a:defRPr>
            </a:pPr>
            <a:r>
              <a:rPr sz="900" b="0">
                <a:solidFill>
                  <a:srgbClr val="59616E"/>
                </a:solidFill>
                <a:latin typeface="DejaVu Sans"/>
                <a:ea typeface="DejaVu Sans"/>
                <a:cs typeface="DejaVu Sans"/>
              </a:rPr>
              <a:t>38</a:t>
            </a:r>
          </a:p>
        </p:txBody>
      </p:sp>
    </p:spTree>
    <p:extLst>
      <p:ext uri="{BB962C8B-B14F-4D97-AF65-F5344CB8AC3E}">
        <p14:creationId xmlns:p14="http://schemas.microsoft.com/office/powerpoint/2010/main" val="420119649"/>
      </p:ext>
    </p:extLst>
  </p:cSld>
</p:sld>
</file>

<file path=ppt/slides/slide39.xml><?xml version="1.0" encoding="utf-8"?>
<p:sld xmlns:p="http://schemas.openxmlformats.org/presentationml/2006/main">
  <p:cSld>
    <p:bg>
      <p:bgPr>
        <a:solidFill xmlns:a="http://schemas.openxmlformats.org/drawingml/2006/main">
          <a:srgbClr val="F7F7F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Прямоугольник 8">
            <a:extLst xmlns:a="http://schemas.openxmlformats.org/drawingml/2006/main">
              <a:ext uri="{FF2B5EF4-FFF2-40B4-BE49-F238E27FC236}">
                <a16:creationId xmlns:a16="http://schemas.microsoft.com/office/drawing/2014/main" id="{7DD33310-82AF-4718-9B7F-4EB21DD369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28600"/>
            <a:ext cx="3810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9808" lnSpcReduction="1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59616E"/>
                </a:solidFill>
                <a:latin typeface="DejaVu Sans"/>
                <a:ea typeface="DejaVu Sans"/>
                <a:cs typeface="DejaVu Sans"/>
              </a:defRPr>
            </a:pPr>
            <a:r>
              <a:rPr sz="975" b="1">
                <a:solidFill>
                  <a:srgbClr val="59616E"/>
                </a:solidFill>
                <a:latin typeface="DejaVu Sans"/>
                <a:ea typeface="DejaVu Sans"/>
                <a:cs typeface="DejaVu Sans"/>
              </a:rPr>
              <a:t>ПРАКТИКА</a:t>
            </a:r>
          </a:p>
        </p:txBody>
      </p:sp>
      <p:sp>
        <p:nvSpPr>
          <p:cNvPr id="2" name="Прямоугольник 1">
            <a:extLst xmlns:a="http://schemas.openxmlformats.org/drawingml/2006/main">
              <a:ext uri="{FF2B5EF4-FFF2-40B4-BE49-F238E27FC236}">
                <a16:creationId xmlns:a16="http://schemas.microsoft.com/office/drawing/2014/main" id="{57B43F12-A9AA-4E51-9896-A7AC917609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552450"/>
            <a:ext cx="107632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E1420"/>
                </a:solidFill>
                <a:latin typeface="DejaVu Sans"/>
                <a:ea typeface="DejaVu Sans"/>
                <a:cs typeface="DejaVu Sans"/>
              </a:defRPr>
            </a:pPr>
            <a:r>
              <a:rPr sz="2550" b="1">
                <a:solidFill>
                  <a:srgbClr val="0E1420"/>
                </a:solidFill>
                <a:latin typeface="DejaVu Sans"/>
                <a:ea typeface="DejaVu Sans"/>
                <a:cs typeface="DejaVu Sans"/>
              </a:rPr>
              <a:t>Кейс 2. Хаттамадан тапсырмалар</a:t>
            </a:r>
          </a:p>
        </p:txBody>
      </p:sp>
      <p:sp>
        <p:nvSpPr>
          <p:cNvPr id="3" name="Прямоугольник 2">
            <a:extLst xmlns:a="http://schemas.openxmlformats.org/drawingml/2006/main">
              <a:ext uri="{FF2B5EF4-FFF2-40B4-BE49-F238E27FC236}">
                <a16:creationId xmlns:a16="http://schemas.microsoft.com/office/drawing/2014/main" id="{EA0258DE-846D-40DB-A232-9BFA12A595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257300"/>
            <a:ext cx="10763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59616E"/>
                </a:solidFill>
                <a:latin typeface="DejaVu Sans"/>
                <a:ea typeface="DejaVu Sans"/>
                <a:cs typeface="DejaVu Sans"/>
              </a:defRPr>
            </a:pPr>
            <a:r>
              <a:rPr sz="1350" b="0">
                <a:solidFill>
                  <a:srgbClr val="59616E"/>
                </a:solidFill>
                <a:latin typeface="DejaVu Sans"/>
                <a:ea typeface="DejaVu Sans"/>
                <a:cs typeface="DejaVu Sans"/>
              </a:rPr>
              <a:t>ЖИ шешім мен ұсынысты шатастырмауы керек</a:t>
            </a:r>
          </a:p>
        </p:txBody>
      </p:sp>
      <p:sp>
        <p:nvSpPr>
          <p:cNvPr id="4" name="Скругленный прямоугольник 3">
            <a:extLst xmlns:a="http://schemas.openxmlformats.org/drawingml/2006/main">
              <a:ext uri="{FF2B5EF4-FFF2-40B4-BE49-F238E27FC236}">
                <a16:creationId xmlns:a16="http://schemas.microsoft.com/office/drawing/2014/main" id="{C9E00E7F-930E-4368-B214-DE715151A0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809750"/>
            <a:ext cx="10763250" cy="3048000"/>
          </a:xfrm>
          <a:prstGeom xmlns:a="http://schemas.openxmlformats.org/drawingml/2006/main" prst="roundRect">
            <a:avLst>
              <a:gd name="adj" fmla="val 5625"/>
            </a:avLst>
          </a:prstGeom>
          <a:solidFill xmlns:a="http://schemas.openxmlformats.org/drawingml/2006/main">
            <a:srgbClr val="0E1420"/>
          </a:solidFill>
          <a:ln xmlns:a="http://schemas.openxmlformats.org/drawingml/2006/main" w="9525">
            <a:solidFill>
              <a:srgbClr val="0E142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5" name="Прямоугольник 4">
            <a:extLst xmlns:a="http://schemas.openxmlformats.org/drawingml/2006/main">
              <a:ext uri="{FF2B5EF4-FFF2-40B4-BE49-F238E27FC236}">
                <a16:creationId xmlns:a16="http://schemas.microsoft.com/office/drawing/2014/main" id="{C36680B5-1C04-49F8-9E58-4C85AA656A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2038350"/>
            <a:ext cx="1238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B8F238"/>
                </a:solidFill>
                <a:latin typeface="DejaVu Sans"/>
                <a:ea typeface="DejaVu Sans"/>
                <a:cs typeface="DejaVu Sans"/>
              </a:defRPr>
            </a:pPr>
            <a:r>
              <a:rPr sz="1050" b="1">
                <a:solidFill>
                  <a:srgbClr val="B8F238"/>
                </a:solidFill>
                <a:latin typeface="DejaVu Sans"/>
                <a:ea typeface="DejaVu Sans"/>
                <a:cs typeface="DejaVu Sans"/>
              </a:rPr>
              <a:t>СҰРАУ</a:t>
            </a:r>
          </a:p>
        </p:txBody>
      </p:sp>
      <p:sp>
        <p:nvSpPr>
          <p:cNvPr id="6" name="Прямоугольник 5">
            <a:extLst xmlns:a="http://schemas.openxmlformats.org/drawingml/2006/main">
              <a:ext uri="{FF2B5EF4-FFF2-40B4-BE49-F238E27FC236}">
                <a16:creationId xmlns:a16="http://schemas.microsoft.com/office/drawing/2014/main" id="{C37461BD-B06F-44DC-B0EE-E77B071DB4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2400300"/>
            <a:ext cx="10287000" cy="2095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875" b="0">
                <a:solidFill>
                  <a:srgbClr val="FFFFFF"/>
                </a:solidFill>
                <a:latin typeface="DejaVu Sans"/>
                <a:ea typeface="DejaVu Sans"/>
                <a:cs typeface="DejaVu Sans"/>
              </a:defRPr>
            </a:pPr>
            <a:r>
              <a:rPr sz="1875" b="0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Төмендегі хаттама мәтінінен орындалатын тапсырмаларды шығар. Кесте бағандары: тапсырма, жауапты адам, мерзім, мәртебе. Қабылданбаған ұсыныстарды бөлек көрсет. Адам немесе мерзім жазылмаса, «көрсетілмеген» деп жаз. [ХАТТАМА МӘТІНІ]</a:t>
            </a:r>
          </a:p>
        </p:txBody>
      </p:sp>
      <p:sp>
        <p:nvSpPr>
          <p:cNvPr id="7" name="Прямоугольник 6">
            <a:extLst xmlns:a="http://schemas.openxmlformats.org/drawingml/2006/main">
              <a:ext uri="{FF2B5EF4-FFF2-40B4-BE49-F238E27FC236}">
                <a16:creationId xmlns:a16="http://schemas.microsoft.com/office/drawing/2014/main" id="{80B88C9D-43C5-42F8-B915-ACA9C1BDD5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5143500"/>
            <a:ext cx="10763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59616E"/>
                </a:solidFill>
                <a:latin typeface="DejaVu Sans"/>
                <a:ea typeface="DejaVu Sans"/>
                <a:cs typeface="DejaVu Sans"/>
              </a:defRPr>
            </a:pPr>
            <a:r>
              <a:rPr sz="1200" b="0">
                <a:solidFill>
                  <a:srgbClr val="59616E"/>
                </a:solidFill>
                <a:latin typeface="DejaVu Sans"/>
                <a:ea typeface="DejaVu Sans"/>
                <a:cs typeface="DejaVu Sans"/>
              </a:rPr>
              <a:t>Оқу үлгісі. Құпия және жеке деректерді енгізбейміз.</a:t>
            </a:r>
          </a:p>
        </p:txBody>
      </p:sp>
      <p:sp>
        <p:nvSpPr>
          <p:cNvPr id="8" name="Прямоугольник 7">
            <a:extLst xmlns:a="http://schemas.openxmlformats.org/drawingml/2006/main">
              <a:ext uri="{FF2B5EF4-FFF2-40B4-BE49-F238E27FC236}">
                <a16:creationId xmlns:a16="http://schemas.microsoft.com/office/drawing/2014/main" id="{0F4410CF-90CC-4E1E-BB91-13436C66C5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9850"/>
            <a:ext cx="476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5679" lnSpcReduction="1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900" b="0">
                <a:solidFill>
                  <a:srgbClr val="59616E"/>
                </a:solidFill>
                <a:latin typeface="DejaVu Sans"/>
                <a:ea typeface="DejaVu Sans"/>
                <a:cs typeface="DejaVu Sans"/>
              </a:defRPr>
            </a:pPr>
            <a:r>
              <a:rPr sz="900" b="0">
                <a:solidFill>
                  <a:srgbClr val="59616E"/>
                </a:solidFill>
                <a:latin typeface="DejaVu Sans"/>
                <a:ea typeface="DejaVu Sans"/>
                <a:cs typeface="DejaVu Sans"/>
              </a:rPr>
              <a:t>39</a:t>
            </a:r>
          </a:p>
        </p:txBody>
      </p:sp>
    </p:spTree>
    <p:extLst>
      <p:ext uri="{BB962C8B-B14F-4D97-AF65-F5344CB8AC3E}">
        <p14:creationId xmlns:p14="http://schemas.microsoft.com/office/powerpoint/2010/main" val="15454129"/>
      </p:ext>
    </p:extLst>
  </p:cSld>
</p:sld>
</file>

<file path=ppt/slides/slide40.xml><?xml version="1.0" encoding="utf-8"?>
<p:sld xmlns:p="http://schemas.openxmlformats.org/presentationml/2006/main">
  <p:cSld>
    <p:bg>
      <p:bgPr>
        <a:solidFill xmlns:a="http://schemas.openxmlformats.org/drawingml/2006/main">
          <a:srgbClr val="F7F7F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Прямоугольник 7">
            <a:extLst xmlns:a="http://schemas.openxmlformats.org/drawingml/2006/main">
              <a:ext uri="{FF2B5EF4-FFF2-40B4-BE49-F238E27FC236}">
                <a16:creationId xmlns:a16="http://schemas.microsoft.com/office/drawing/2014/main" id="{2C36EC77-6A84-45D9-B782-384B3B2CC4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28600"/>
            <a:ext cx="3810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9808" lnSpcReduction="1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59616E"/>
                </a:solidFill>
                <a:latin typeface="DejaVu Sans"/>
                <a:ea typeface="DejaVu Sans"/>
                <a:cs typeface="DejaVu Sans"/>
              </a:defRPr>
            </a:pPr>
            <a:r>
              <a:rPr sz="975" b="1">
                <a:solidFill>
                  <a:srgbClr val="59616E"/>
                </a:solidFill>
                <a:latin typeface="DejaVu Sans"/>
                <a:ea typeface="DejaVu Sans"/>
                <a:cs typeface="DejaVu Sans"/>
              </a:rPr>
              <a:t>ЭКРАНДАҒЫ НӘТИЖЕ</a:t>
            </a:r>
          </a:p>
        </p:txBody>
      </p:sp>
      <p:sp>
        <p:nvSpPr>
          <p:cNvPr id="2" name="Прямоугольник 1">
            <a:extLst xmlns:a="http://schemas.openxmlformats.org/drawingml/2006/main">
              <a:ext uri="{FF2B5EF4-FFF2-40B4-BE49-F238E27FC236}">
                <a16:creationId xmlns:a16="http://schemas.microsoft.com/office/drawing/2014/main" id="{548E2212-8A3D-4653-AEC6-89C25DFC73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552450"/>
            <a:ext cx="107632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E1420"/>
                </a:solidFill>
                <a:latin typeface="DejaVu Sans"/>
                <a:ea typeface="DejaVu Sans"/>
                <a:cs typeface="DejaVu Sans"/>
              </a:defRPr>
            </a:pPr>
            <a:r>
              <a:rPr sz="2550" b="1">
                <a:solidFill>
                  <a:srgbClr val="0E1420"/>
                </a:solidFill>
                <a:latin typeface="DejaVu Sans"/>
                <a:ea typeface="DejaVu Sans"/>
                <a:cs typeface="DejaVu Sans"/>
              </a:rPr>
              <a:t>Кейс 2. Хаттама нәтижесі</a:t>
            </a:r>
          </a:p>
        </p:txBody>
      </p:sp>
      <p:graphicFrame>
        <p:nvGraphicFramePr>
          <p:cNvPr id="12" name="Таблица 9"/>
          <p:cNvGraphicFramePr/>
          <p:nvPr/>
        </p:nvGraphicFramePr>
        <p:xfrm>
          <a:off xmlns:a="http://schemas.openxmlformats.org/drawingml/2006/main" x="704850" y="1476375"/>
          <a:ext xmlns:a="http://schemas.openxmlformats.org/drawingml/2006/main" cx="10763250" cy="285750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4095750"/>
                <a:gridCol w="2190750"/>
                <a:gridCol w="2095500"/>
                <a:gridCol w="2381250"/>
              </a:tblGrid>
              <a:tr h="571500">
                <a:tc>
                  <a:txBody>
                    <a:bodyPr/>
                    <a:lstStyle/>
                    <a:p>
                      <a:r>
                        <a:rPr sz="1125" b="1">
                          <a:solidFill>
                            <a:srgbClr val="0E1420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Тапсырма</a:t>
                      </a:r>
                    </a:p>
                  </a:txBody>
                  <a:tcPr marL="91440" marR="91440" marT="45720" marB="45720">
                    <a:solidFill>
                      <a:srgbClr val="B8F23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25" b="1">
                          <a:solidFill>
                            <a:srgbClr val="0E1420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Жауапты</a:t>
                      </a:r>
                    </a:p>
                  </a:txBody>
                  <a:tcPr marL="91440" marR="91440" marT="45720" marB="45720">
                    <a:solidFill>
                      <a:srgbClr val="B8F23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25" b="1">
                          <a:solidFill>
                            <a:srgbClr val="0E1420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Мерзім</a:t>
                      </a:r>
                    </a:p>
                  </a:txBody>
                  <a:tcPr marL="91440" marR="91440" marT="45720" marB="45720">
                    <a:solidFill>
                      <a:srgbClr val="B8F23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25" b="1">
                          <a:solidFill>
                            <a:srgbClr val="0E1420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Мәртебе</a:t>
                      </a:r>
                    </a:p>
                  </a:txBody>
                  <a:tcPr marL="91440" marR="91440" marT="45720" marB="45720">
                    <a:solidFill>
                      <a:srgbClr val="B8F238"/>
                    </a:solidFill>
                  </a:tcPr>
                </a:tc>
              </a:tr>
              <a:tr h="571500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0E1420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Бағдарламаны дайындау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0E1420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Әлия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0E1420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18 қыркүйек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0E1420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Қабылданды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571500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0E1420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Дыбысты тексеру</a:t>
                      </a:r>
                    </a:p>
                  </a:txBody>
                  <a:tcPr marL="91440" marR="91440" marT="45720" marB="45720">
                    <a:solidFill>
                      <a:srgbClr val="EDF2E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0E1420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Тимур</a:t>
                      </a:r>
                    </a:p>
                  </a:txBody>
                  <a:tcPr marL="91440" marR="91440" marT="45720" marB="45720">
                    <a:solidFill>
                      <a:srgbClr val="EDF2E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0E1420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21 қыркүйек</a:t>
                      </a:r>
                    </a:p>
                  </a:txBody>
                  <a:tcPr marL="91440" marR="91440" marT="45720" marB="45720">
                    <a:solidFill>
                      <a:srgbClr val="EDF2E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0E1420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Қабылданды</a:t>
                      </a:r>
                    </a:p>
                  </a:txBody>
                  <a:tcPr marL="91440" marR="91440" marT="45720" marB="45720">
                    <a:solidFill>
                      <a:srgbClr val="EDF2E3"/>
                    </a:solidFill>
                  </a:tcPr>
                </a:tc>
              </a:tr>
              <a:tr h="571500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0E1420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Залды брондау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0E1420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Көрсетілмеген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0E1420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18 қыркүйек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0E1420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Нақтылау керек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571500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0E1420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Кеңсе заттары тізімі</a:t>
                      </a:r>
                    </a:p>
                  </a:txBody>
                  <a:tcPr marL="91440" marR="91440" marT="45720" marB="45720">
                    <a:solidFill>
                      <a:srgbClr val="EDF2E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0E1420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Марат</a:t>
                      </a:r>
                    </a:p>
                  </a:txBody>
                  <a:tcPr marL="91440" marR="91440" marT="45720" marB="45720">
                    <a:solidFill>
                      <a:srgbClr val="EDF2E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0E1420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Көрсетілмеген</a:t>
                      </a:r>
                    </a:p>
                  </a:txBody>
                  <a:tcPr marL="91440" marR="91440" marT="45720" marB="45720">
                    <a:solidFill>
                      <a:srgbClr val="EDF2E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0E1420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Нақтылау керек</a:t>
                      </a:r>
                    </a:p>
                  </a:txBody>
                  <a:tcPr marL="91440" marR="91440" marT="45720" marB="45720">
                    <a:solidFill>
                      <a:srgbClr val="EDF2E3"/>
                    </a:solidFill>
                  </a:tcPr>
                </a:tc>
              </a:tr>
            </a:tbl>
          </a:graphicData>
        </a:graphic>
      </p:graphicFrame>
      <p:sp>
        <p:nvSpPr>
          <p:cNvPr id="4" name="Скругленный прямоугольник 3">
            <a:extLst xmlns:a="http://schemas.openxmlformats.org/drawingml/2006/main">
              <a:ext uri="{FF2B5EF4-FFF2-40B4-BE49-F238E27FC236}">
                <a16:creationId xmlns:a16="http://schemas.microsoft.com/office/drawing/2014/main" id="{2DE5FE1A-DF01-4A54-8508-8A26CB5130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762500"/>
            <a:ext cx="10763250" cy="857250"/>
          </a:xfrm>
          <a:prstGeom xmlns:a="http://schemas.openxmlformats.org/drawingml/2006/main" prst="roundRect">
            <a:avLst>
              <a:gd name="adj" fmla="val 15556"/>
            </a:avLst>
          </a:prstGeom>
          <a:solidFill xmlns:a="http://schemas.openxmlformats.org/drawingml/2006/main">
            <a:srgbClr val="EDF2E3"/>
          </a:solidFill>
          <a:ln xmlns:a="http://schemas.openxmlformats.org/drawingml/2006/main" w="9525">
            <a:solidFill>
              <a:srgbClr val="D7DCC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5" name="Прямоугольник 4">
            <a:extLst xmlns:a="http://schemas.openxmlformats.org/drawingml/2006/main">
              <a:ext uri="{FF2B5EF4-FFF2-40B4-BE49-F238E27FC236}">
                <a16:creationId xmlns:a16="http://schemas.microsoft.com/office/drawing/2014/main" id="{33640A80-FCFD-41D8-8CDF-8828FF83C3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4953000"/>
            <a:ext cx="100965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0E1420"/>
                </a:solidFill>
                <a:latin typeface="DejaVu Sans"/>
                <a:ea typeface="DejaVu Sans"/>
                <a:cs typeface="DejaVu Sans"/>
              </a:defRPr>
            </a:pPr>
            <a:r>
              <a:rPr sz="1500" b="1">
                <a:solidFill>
                  <a:srgbClr val="0E1420"/>
                </a:solidFill>
                <a:latin typeface="DejaVu Sans"/>
                <a:ea typeface="DejaVu Sans"/>
                <a:cs typeface="DejaVu Sans"/>
              </a:rPr>
              <a:t>Қабылданбаған ұсыныс: кофе-брейсті ұйымдастыру</a:t>
            </a:r>
          </a:p>
        </p:txBody>
      </p:sp>
      <p:sp>
        <p:nvSpPr>
          <p:cNvPr id="6" name="Прямоугольник 5">
            <a:extLst xmlns:a="http://schemas.openxmlformats.org/drawingml/2006/main">
              <a:ext uri="{FF2B5EF4-FFF2-40B4-BE49-F238E27FC236}">
                <a16:creationId xmlns:a16="http://schemas.microsoft.com/office/drawing/2014/main" id="{25AAFDA7-7D54-4877-ACDF-BE5A0D518C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5810250"/>
            <a:ext cx="107632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8FCF25"/>
                </a:solidFill>
                <a:latin typeface="DejaVu Sans"/>
                <a:ea typeface="DejaVu Sans"/>
                <a:cs typeface="DejaVu Sans"/>
              </a:defRPr>
            </a:pPr>
            <a:r>
              <a:rPr sz="1350" b="1">
                <a:solidFill>
                  <a:srgbClr val="8FCF25"/>
                </a:solidFill>
                <a:latin typeface="DejaVu Sans"/>
                <a:ea typeface="DejaVu Sans"/>
                <a:cs typeface="DejaVu Sans"/>
              </a:rPr>
              <a:t>Келесі қадам: жауапты адам мен мерзімі жоқ жолдар бойынша әріптестерге сұрақ дайындау.</a:t>
            </a:r>
          </a:p>
        </p:txBody>
      </p:sp>
      <p:sp>
        <p:nvSpPr>
          <p:cNvPr id="7" name="Прямоугольник 6">
            <a:extLst xmlns:a="http://schemas.openxmlformats.org/drawingml/2006/main">
              <a:ext uri="{FF2B5EF4-FFF2-40B4-BE49-F238E27FC236}">
                <a16:creationId xmlns:a16="http://schemas.microsoft.com/office/drawing/2014/main" id="{8896AEFA-D2FE-4A30-B2BF-C2DBC96AE9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9850"/>
            <a:ext cx="476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5679" lnSpcReduction="1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900" b="0">
                <a:solidFill>
                  <a:srgbClr val="59616E"/>
                </a:solidFill>
                <a:latin typeface="DejaVu Sans"/>
                <a:ea typeface="DejaVu Sans"/>
                <a:cs typeface="DejaVu Sans"/>
              </a:defRPr>
            </a:pPr>
            <a:r>
              <a:rPr sz="900" b="0">
                <a:solidFill>
                  <a:srgbClr val="59616E"/>
                </a:solidFill>
                <a:latin typeface="DejaVu Sans"/>
                <a:ea typeface="DejaVu Sans"/>
                <a:cs typeface="DejaVu Sans"/>
              </a:rPr>
              <a:t>40</a:t>
            </a:r>
          </a:p>
        </p:txBody>
      </p:sp>
    </p:spTree>
    <p:extLst>
      <p:ext uri="{BB962C8B-B14F-4D97-AF65-F5344CB8AC3E}">
        <p14:creationId xmlns:p14="http://schemas.microsoft.com/office/powerpoint/2010/main" val="507964943"/>
      </p:ext>
    </p:extLst>
  </p:cSld>
</p:sld>
</file>

<file path=ppt/slides/slide41.xml><?xml version="1.0" encoding="utf-8"?>
<p:sld xmlns:p="http://schemas.openxmlformats.org/presentationml/2006/main">
  <p:cSld>
    <p:bg>
      <p:bgPr>
        <a:solidFill xmlns:a="http://schemas.openxmlformats.org/drawingml/2006/main">
          <a:srgbClr val="F7F7F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Прямоугольник 8">
            <a:extLst xmlns:a="http://schemas.openxmlformats.org/drawingml/2006/main">
              <a:ext uri="{FF2B5EF4-FFF2-40B4-BE49-F238E27FC236}">
                <a16:creationId xmlns:a16="http://schemas.microsoft.com/office/drawing/2014/main" id="{7766D458-BBB1-4135-89E2-243669CB6A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28600"/>
            <a:ext cx="3810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9808" lnSpcReduction="1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59616E"/>
                </a:solidFill>
                <a:latin typeface="DejaVu Sans"/>
                <a:ea typeface="DejaVu Sans"/>
                <a:cs typeface="DejaVu Sans"/>
              </a:defRPr>
            </a:pPr>
            <a:r>
              <a:rPr sz="975" b="1">
                <a:solidFill>
                  <a:srgbClr val="59616E"/>
                </a:solidFill>
                <a:latin typeface="DejaVu Sans"/>
                <a:ea typeface="DejaVu Sans"/>
                <a:cs typeface="DejaVu Sans"/>
              </a:rPr>
              <a:t>ПРАКТИКА</a:t>
            </a:r>
          </a:p>
        </p:txBody>
      </p:sp>
      <p:sp>
        <p:nvSpPr>
          <p:cNvPr id="2" name="Прямоугольник 1">
            <a:extLst xmlns:a="http://schemas.openxmlformats.org/drawingml/2006/main">
              <a:ext uri="{FF2B5EF4-FFF2-40B4-BE49-F238E27FC236}">
                <a16:creationId xmlns:a16="http://schemas.microsoft.com/office/drawing/2014/main" id="{DB95FD40-F3D9-4858-8ABB-712EE0AADA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552450"/>
            <a:ext cx="107632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E1420"/>
                </a:solidFill>
                <a:latin typeface="DejaVu Sans"/>
                <a:ea typeface="DejaVu Sans"/>
                <a:cs typeface="DejaVu Sans"/>
              </a:defRPr>
            </a:pPr>
            <a:r>
              <a:rPr sz="2550" b="1">
                <a:solidFill>
                  <a:srgbClr val="0E1420"/>
                </a:solidFill>
                <a:latin typeface="DejaVu Sans"/>
                <a:ea typeface="DejaVu Sans"/>
                <a:cs typeface="DejaVu Sans"/>
              </a:rPr>
              <a:t>Кейс 3. Ауысым есебі</a:t>
            </a:r>
          </a:p>
        </p:txBody>
      </p:sp>
      <p:sp>
        <p:nvSpPr>
          <p:cNvPr id="3" name="Прямоугольник 2">
            <a:extLst xmlns:a="http://schemas.openxmlformats.org/drawingml/2006/main">
              <a:ext uri="{FF2B5EF4-FFF2-40B4-BE49-F238E27FC236}">
                <a16:creationId xmlns:a16="http://schemas.microsoft.com/office/drawing/2014/main" id="{BAF2210A-4B09-4E88-A01B-41B46865B2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257300"/>
            <a:ext cx="10763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59616E"/>
                </a:solidFill>
                <a:latin typeface="DejaVu Sans"/>
                <a:ea typeface="DejaVu Sans"/>
                <a:cs typeface="DejaVu Sans"/>
              </a:defRPr>
            </a:pPr>
            <a:r>
              <a:rPr sz="1350" b="0">
                <a:solidFill>
                  <a:srgbClr val="59616E"/>
                </a:solidFill>
                <a:latin typeface="DejaVu Sans"/>
                <a:ea typeface="DejaVu Sans"/>
                <a:cs typeface="DejaVu Sans"/>
              </a:rPr>
              <a:t>Нәтиже бастапқы жазбаны алмастырмайды</a:t>
            </a:r>
          </a:p>
        </p:txBody>
      </p:sp>
      <p:sp>
        <p:nvSpPr>
          <p:cNvPr id="4" name="Скругленный прямоугольник 3">
            <a:extLst xmlns:a="http://schemas.openxmlformats.org/drawingml/2006/main">
              <a:ext uri="{FF2B5EF4-FFF2-40B4-BE49-F238E27FC236}">
                <a16:creationId xmlns:a16="http://schemas.microsoft.com/office/drawing/2014/main" id="{01D896FD-424E-41FA-8ADD-9E46F0C169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809750"/>
            <a:ext cx="10763250" cy="3048000"/>
          </a:xfrm>
          <a:prstGeom xmlns:a="http://schemas.openxmlformats.org/drawingml/2006/main" prst="roundRect">
            <a:avLst>
              <a:gd name="adj" fmla="val 5625"/>
            </a:avLst>
          </a:prstGeom>
          <a:solidFill xmlns:a="http://schemas.openxmlformats.org/drawingml/2006/main">
            <a:srgbClr val="0E1420"/>
          </a:solidFill>
          <a:ln xmlns:a="http://schemas.openxmlformats.org/drawingml/2006/main" w="9525">
            <a:solidFill>
              <a:srgbClr val="0E142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5" name="Прямоугольник 4">
            <a:extLst xmlns:a="http://schemas.openxmlformats.org/drawingml/2006/main">
              <a:ext uri="{FF2B5EF4-FFF2-40B4-BE49-F238E27FC236}">
                <a16:creationId xmlns:a16="http://schemas.microsoft.com/office/drawing/2014/main" id="{67DA0679-D63E-4654-8A2A-13E1F0EF76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2038350"/>
            <a:ext cx="1238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B8F238"/>
                </a:solidFill>
                <a:latin typeface="DejaVu Sans"/>
                <a:ea typeface="DejaVu Sans"/>
                <a:cs typeface="DejaVu Sans"/>
              </a:defRPr>
            </a:pPr>
            <a:r>
              <a:rPr sz="1050" b="1">
                <a:solidFill>
                  <a:srgbClr val="B8F238"/>
                </a:solidFill>
                <a:latin typeface="DejaVu Sans"/>
                <a:ea typeface="DejaVu Sans"/>
                <a:cs typeface="DejaVu Sans"/>
              </a:rPr>
              <a:t>СҰРАУ</a:t>
            </a:r>
          </a:p>
        </p:txBody>
      </p:sp>
      <p:sp>
        <p:nvSpPr>
          <p:cNvPr id="6" name="Прямоугольник 5">
            <a:extLst xmlns:a="http://schemas.openxmlformats.org/drawingml/2006/main">
              <a:ext uri="{FF2B5EF4-FFF2-40B4-BE49-F238E27FC236}">
                <a16:creationId xmlns:a16="http://schemas.microsoft.com/office/drawing/2014/main" id="{7AB5CF58-7164-42DE-AE53-5A186C92F2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2400300"/>
            <a:ext cx="10287000" cy="2095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875" b="0">
                <a:solidFill>
                  <a:srgbClr val="FFFFFF"/>
                </a:solidFill>
                <a:latin typeface="DejaVu Sans"/>
                <a:ea typeface="DejaVu Sans"/>
                <a:cs typeface="DejaVu Sans"/>
              </a:defRPr>
            </a:pPr>
            <a:r>
              <a:rPr sz="1875" b="0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Осы ойдан құрастырылған ауысым жазбасын төрт бөлімге бөл: негізгі оқиғалар, орындалған жұмыстар, шешілмеген мәселелер, келесі ауысымға тапсырмалар. Уақыт пен нысан атауларын өзгертпе. Мәлімет жетпесе, «нақтылау қажет» деп белгіле. [АУЫСЫМ ЖАЗБАСЫ]</a:t>
            </a:r>
          </a:p>
        </p:txBody>
      </p:sp>
      <p:sp>
        <p:nvSpPr>
          <p:cNvPr id="7" name="Прямоугольник 6">
            <a:extLst xmlns:a="http://schemas.openxmlformats.org/drawingml/2006/main">
              <a:ext uri="{FF2B5EF4-FFF2-40B4-BE49-F238E27FC236}">
                <a16:creationId xmlns:a16="http://schemas.microsoft.com/office/drawing/2014/main" id="{FE584A4F-B1A8-41A3-9D92-6B76158998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5143500"/>
            <a:ext cx="10763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59616E"/>
                </a:solidFill>
                <a:latin typeface="DejaVu Sans"/>
                <a:ea typeface="DejaVu Sans"/>
                <a:cs typeface="DejaVu Sans"/>
              </a:defRPr>
            </a:pPr>
            <a:r>
              <a:rPr sz="1200" b="0">
                <a:solidFill>
                  <a:srgbClr val="59616E"/>
                </a:solidFill>
                <a:latin typeface="DejaVu Sans"/>
                <a:ea typeface="DejaVu Sans"/>
                <a:cs typeface="DejaVu Sans"/>
              </a:rPr>
              <a:t>Оқу үлгісі. Құпия және жеке деректерді енгізбейміз.</a:t>
            </a:r>
          </a:p>
        </p:txBody>
      </p:sp>
      <p:sp>
        <p:nvSpPr>
          <p:cNvPr id="8" name="Прямоугольник 7">
            <a:extLst xmlns:a="http://schemas.openxmlformats.org/drawingml/2006/main">
              <a:ext uri="{FF2B5EF4-FFF2-40B4-BE49-F238E27FC236}">
                <a16:creationId xmlns:a16="http://schemas.microsoft.com/office/drawing/2014/main" id="{35A15DA0-0033-424B-811E-F5AA62C934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9850"/>
            <a:ext cx="476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5679" lnSpcReduction="1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900" b="0">
                <a:solidFill>
                  <a:srgbClr val="59616E"/>
                </a:solidFill>
                <a:latin typeface="DejaVu Sans"/>
                <a:ea typeface="DejaVu Sans"/>
                <a:cs typeface="DejaVu Sans"/>
              </a:defRPr>
            </a:pPr>
            <a:r>
              <a:rPr sz="900" b="0">
                <a:solidFill>
                  <a:srgbClr val="59616E"/>
                </a:solidFill>
                <a:latin typeface="DejaVu Sans"/>
                <a:ea typeface="DejaVu Sans"/>
                <a:cs typeface="DejaVu Sans"/>
              </a:rPr>
              <a:t>41</a:t>
            </a:r>
          </a:p>
        </p:txBody>
      </p:sp>
    </p:spTree>
    <p:extLst>
      <p:ext uri="{BB962C8B-B14F-4D97-AF65-F5344CB8AC3E}">
        <p14:creationId xmlns:p14="http://schemas.microsoft.com/office/powerpoint/2010/main" val="396309266"/>
      </p:ext>
    </p:extLst>
  </p:cSld>
</p:sld>
</file>

<file path=ppt/slides/slide42.xml><?xml version="1.0" encoding="utf-8"?>
<p:sld xmlns:p="http://schemas.openxmlformats.org/presentationml/2006/main">
  <p:cSld>
    <p:bg>
      <p:bgPr>
        <a:solidFill xmlns:a="http://schemas.openxmlformats.org/drawingml/2006/main">
          <a:srgbClr val="F7F7F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Прямоугольник 14">
            <a:extLst xmlns:a="http://schemas.openxmlformats.org/drawingml/2006/main">
              <a:ext uri="{FF2B5EF4-FFF2-40B4-BE49-F238E27FC236}">
                <a16:creationId xmlns:a16="http://schemas.microsoft.com/office/drawing/2014/main" id="{F4EC181F-ECC6-46F3-BAF7-CF8413944C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28600"/>
            <a:ext cx="3810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9808" lnSpcReduction="1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59616E"/>
                </a:solidFill>
                <a:latin typeface="DejaVu Sans"/>
                <a:ea typeface="DejaVu Sans"/>
                <a:cs typeface="DejaVu Sans"/>
              </a:defRPr>
            </a:pPr>
            <a:r>
              <a:rPr sz="975" b="1">
                <a:solidFill>
                  <a:srgbClr val="59616E"/>
                </a:solidFill>
                <a:latin typeface="DejaVu Sans"/>
                <a:ea typeface="DejaVu Sans"/>
                <a:cs typeface="DejaVu Sans"/>
              </a:rPr>
              <a:t>ЭКРАНДАҒЫ НӘТИЖЕ</a:t>
            </a:r>
          </a:p>
        </p:txBody>
      </p:sp>
      <p:sp>
        <p:nvSpPr>
          <p:cNvPr id="2" name="Прямоугольник 1">
            <a:extLst xmlns:a="http://schemas.openxmlformats.org/drawingml/2006/main">
              <a:ext uri="{FF2B5EF4-FFF2-40B4-BE49-F238E27FC236}">
                <a16:creationId xmlns:a16="http://schemas.microsoft.com/office/drawing/2014/main" id="{E49D5986-4275-420C-BB63-E2412F91A2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552450"/>
            <a:ext cx="107632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E1420"/>
                </a:solidFill>
                <a:latin typeface="DejaVu Sans"/>
                <a:ea typeface="DejaVu Sans"/>
                <a:cs typeface="DejaVu Sans"/>
              </a:defRPr>
            </a:pPr>
            <a:r>
              <a:rPr sz="2550" b="1">
                <a:solidFill>
                  <a:srgbClr val="0E1420"/>
                </a:solidFill>
                <a:latin typeface="DejaVu Sans"/>
                <a:ea typeface="DejaVu Sans"/>
                <a:cs typeface="DejaVu Sans"/>
              </a:rPr>
              <a:t>Кейс 3. Ауысым есебінің құрылымы</a:t>
            </a:r>
          </a:p>
        </p:txBody>
      </p:sp>
      <p:sp>
        <p:nvSpPr>
          <p:cNvPr id="3" name="Скругленный прямоугольник 2">
            <a:extLst xmlns:a="http://schemas.openxmlformats.org/drawingml/2006/main">
              <a:ext uri="{FF2B5EF4-FFF2-40B4-BE49-F238E27FC236}">
                <a16:creationId xmlns:a16="http://schemas.microsoft.com/office/drawing/2014/main" id="{0D9B05B2-85F2-413F-ABF3-576CB4DAB9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381125"/>
            <a:ext cx="10763250" cy="3714750"/>
          </a:xfrm>
          <a:prstGeom xmlns:a="http://schemas.openxmlformats.org/drawingml/2006/main" prst="roundRect">
            <a:avLst>
              <a:gd name="adj" fmla="val 4615"/>
            </a:avLst>
          </a:prstGeom>
          <a:solidFill xmlns:a="http://schemas.openxmlformats.org/drawingml/2006/main">
            <a:srgbClr val="0E1420"/>
          </a:solidFill>
          <a:ln xmlns:a="http://schemas.openxmlformats.org/drawingml/2006/main" w="9525">
            <a:solidFill>
              <a:srgbClr val="0E142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Прямоугольник 3">
            <a:extLst xmlns:a="http://schemas.openxmlformats.org/drawingml/2006/main">
              <a:ext uri="{FF2B5EF4-FFF2-40B4-BE49-F238E27FC236}">
                <a16:creationId xmlns:a16="http://schemas.microsoft.com/office/drawing/2014/main" id="{C5BA4C1C-1B27-4DDC-97EF-0EC1C714A5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1590675"/>
            <a:ext cx="4762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B8F238"/>
                </a:solidFill>
                <a:latin typeface="DejaVu Sans"/>
                <a:ea typeface="DejaVu Sans"/>
                <a:cs typeface="DejaVu Sans"/>
              </a:defRPr>
            </a:pPr>
            <a:r>
              <a:rPr sz="1050" b="1">
                <a:solidFill>
                  <a:srgbClr val="B8F238"/>
                </a:solidFill>
                <a:latin typeface="DejaVu Sans"/>
                <a:ea typeface="DejaVu Sans"/>
                <a:cs typeface="DejaVu Sans"/>
              </a:rPr>
              <a:t>ЖИ ЖАУАБЫНЫҢ ОҚУ ҮЛГІСІ</a:t>
            </a:r>
          </a:p>
        </p:txBody>
      </p:sp>
      <p:sp>
        <p:nvSpPr>
          <p:cNvPr id="5" name="Прямоугольник 4">
            <a:extLst xmlns:a="http://schemas.openxmlformats.org/drawingml/2006/main">
              <a:ext uri="{FF2B5EF4-FFF2-40B4-BE49-F238E27FC236}">
                <a16:creationId xmlns:a16="http://schemas.microsoft.com/office/drawing/2014/main" id="{2E5E3C08-B155-4D26-B8F7-00232B8D70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2000250"/>
            <a:ext cx="233362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B8F238"/>
                </a:solidFill>
                <a:latin typeface="DejaVu Sans"/>
                <a:ea typeface="DejaVu Sans"/>
                <a:cs typeface="DejaVu Sans"/>
              </a:defRPr>
            </a:pPr>
            <a:r>
              <a:rPr sz="1350" b="1">
                <a:solidFill>
                  <a:srgbClr val="B8F238"/>
                </a:solidFill>
                <a:latin typeface="DejaVu Sans"/>
                <a:ea typeface="DejaVu Sans"/>
                <a:cs typeface="DejaVu Sans"/>
              </a:rPr>
              <a:t>Негізгі оқиға</a:t>
            </a:r>
          </a:p>
        </p:txBody>
      </p:sp>
      <p:sp>
        <p:nvSpPr>
          <p:cNvPr id="6" name="Прямоугольник 5">
            <a:extLst xmlns:a="http://schemas.openxmlformats.org/drawingml/2006/main">
              <a:ext uri="{FF2B5EF4-FFF2-40B4-BE49-F238E27FC236}">
                <a16:creationId xmlns:a16="http://schemas.microsoft.com/office/drawing/2014/main" id="{5CC14345-5CE1-482B-BACD-65AF806208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2000250"/>
            <a:ext cx="7810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0">
                <a:solidFill>
                  <a:srgbClr val="FFFFFF"/>
                </a:solidFill>
                <a:latin typeface="DejaVu Sans"/>
                <a:ea typeface="DejaVu Sans"/>
                <a:cs typeface="DejaVu Sans"/>
              </a:defRPr>
            </a:pPr>
            <a:r>
              <a:rPr sz="1500" b="0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14:20-да оқу нысанындағы қысым көрсеткіші тексерілді.</a:t>
            </a:r>
          </a:p>
        </p:txBody>
      </p:sp>
      <p:sp>
        <p:nvSpPr>
          <p:cNvPr id="7" name="Прямоугольник 6">
            <a:extLst xmlns:a="http://schemas.openxmlformats.org/drawingml/2006/main">
              <a:ext uri="{FF2B5EF4-FFF2-40B4-BE49-F238E27FC236}">
                <a16:creationId xmlns:a16="http://schemas.microsoft.com/office/drawing/2014/main" id="{AF91F0D8-B565-4DE5-982C-B7F912F100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2552700"/>
            <a:ext cx="233362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B8F238"/>
                </a:solidFill>
                <a:latin typeface="DejaVu Sans"/>
                <a:ea typeface="DejaVu Sans"/>
                <a:cs typeface="DejaVu Sans"/>
              </a:defRPr>
            </a:pPr>
            <a:r>
              <a:rPr sz="1350" b="1">
                <a:solidFill>
                  <a:srgbClr val="B8F238"/>
                </a:solidFill>
                <a:latin typeface="DejaVu Sans"/>
                <a:ea typeface="DejaVu Sans"/>
                <a:cs typeface="DejaVu Sans"/>
              </a:rPr>
              <a:t>Орындалған жұмыс</a:t>
            </a:r>
          </a:p>
        </p:txBody>
      </p:sp>
      <p:sp>
        <p:nvSpPr>
          <p:cNvPr id="8" name="Прямоугольник 7">
            <a:extLst xmlns:a="http://schemas.openxmlformats.org/drawingml/2006/main">
              <a:ext uri="{FF2B5EF4-FFF2-40B4-BE49-F238E27FC236}">
                <a16:creationId xmlns:a16="http://schemas.microsoft.com/office/drawing/2014/main" id="{307963CE-52D6-4F8F-9EBD-BE4A9DA781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2552700"/>
            <a:ext cx="7810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0">
                <a:solidFill>
                  <a:srgbClr val="FFFFFF"/>
                </a:solidFill>
                <a:latin typeface="DejaVu Sans"/>
                <a:ea typeface="DejaVu Sans"/>
                <a:cs typeface="DejaVu Sans"/>
              </a:defRPr>
            </a:pPr>
            <a:r>
              <a:rPr sz="1500" b="0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Өлшеу қайталанып, журналға белгі қойылды.</a:t>
            </a:r>
          </a:p>
        </p:txBody>
      </p:sp>
      <p:sp>
        <p:nvSpPr>
          <p:cNvPr id="9" name="Прямоугольник 8">
            <a:extLst xmlns:a="http://schemas.openxmlformats.org/drawingml/2006/main">
              <a:ext uri="{FF2B5EF4-FFF2-40B4-BE49-F238E27FC236}">
                <a16:creationId xmlns:a16="http://schemas.microsoft.com/office/drawing/2014/main" id="{2298359A-CAFC-458B-A47B-D42C88C36D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3105150"/>
            <a:ext cx="233362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B8F238"/>
                </a:solidFill>
                <a:latin typeface="DejaVu Sans"/>
                <a:ea typeface="DejaVu Sans"/>
                <a:cs typeface="DejaVu Sans"/>
              </a:defRPr>
            </a:pPr>
            <a:r>
              <a:rPr sz="1350" b="1">
                <a:solidFill>
                  <a:srgbClr val="B8F238"/>
                </a:solidFill>
                <a:latin typeface="DejaVu Sans"/>
                <a:ea typeface="DejaVu Sans"/>
                <a:cs typeface="DejaVu Sans"/>
              </a:rPr>
              <a:t>Шешілмеген мәселе</a:t>
            </a:r>
          </a:p>
        </p:txBody>
      </p:sp>
      <p:sp>
        <p:nvSpPr>
          <p:cNvPr id="10" name="Прямоугольник 9">
            <a:extLst xmlns:a="http://schemas.openxmlformats.org/drawingml/2006/main">
              <a:ext uri="{FF2B5EF4-FFF2-40B4-BE49-F238E27FC236}">
                <a16:creationId xmlns:a16="http://schemas.microsoft.com/office/drawing/2014/main" id="{D4661EE5-D619-4267-B900-C107F58C83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3105150"/>
            <a:ext cx="7810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0">
                <a:solidFill>
                  <a:srgbClr val="FFFFFF"/>
                </a:solidFill>
                <a:latin typeface="DejaVu Sans"/>
                <a:ea typeface="DejaVu Sans"/>
                <a:cs typeface="DejaVu Sans"/>
              </a:defRPr>
            </a:pPr>
            <a:r>
              <a:rPr sz="1500" b="0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Келесі тексеру уақыты көрсетілмеген.</a:t>
            </a:r>
          </a:p>
        </p:txBody>
      </p:sp>
      <p:sp>
        <p:nvSpPr>
          <p:cNvPr id="11" name="Прямоугольник 10">
            <a:extLst xmlns:a="http://schemas.openxmlformats.org/drawingml/2006/main">
              <a:ext uri="{FF2B5EF4-FFF2-40B4-BE49-F238E27FC236}">
                <a16:creationId xmlns:a16="http://schemas.microsoft.com/office/drawing/2014/main" id="{877D379A-EF8B-4CB9-9D34-D224F22DB3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3657600"/>
            <a:ext cx="233362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B8F238"/>
                </a:solidFill>
                <a:latin typeface="DejaVu Sans"/>
                <a:ea typeface="DejaVu Sans"/>
                <a:cs typeface="DejaVu Sans"/>
              </a:defRPr>
            </a:pPr>
            <a:r>
              <a:rPr sz="1350" b="1">
                <a:solidFill>
                  <a:srgbClr val="B8F238"/>
                </a:solidFill>
                <a:latin typeface="DejaVu Sans"/>
                <a:ea typeface="DejaVu Sans"/>
                <a:cs typeface="DejaVu Sans"/>
              </a:rPr>
              <a:t>Келесі ауысым</a:t>
            </a:r>
          </a:p>
        </p:txBody>
      </p:sp>
      <p:sp>
        <p:nvSpPr>
          <p:cNvPr id="12" name="Прямоугольник 11">
            <a:extLst xmlns:a="http://schemas.openxmlformats.org/drawingml/2006/main">
              <a:ext uri="{FF2B5EF4-FFF2-40B4-BE49-F238E27FC236}">
                <a16:creationId xmlns:a16="http://schemas.microsoft.com/office/drawing/2014/main" id="{8AD4C8E9-F244-41BA-A1A1-DF538803DA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3657600"/>
            <a:ext cx="7810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0">
                <a:solidFill>
                  <a:srgbClr val="FFFFFF"/>
                </a:solidFill>
                <a:latin typeface="DejaVu Sans"/>
                <a:ea typeface="DejaVu Sans"/>
                <a:cs typeface="DejaVu Sans"/>
              </a:defRPr>
            </a:pPr>
            <a:r>
              <a:rPr sz="1500" b="0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Тексеру уақытын жауапты маманмен нақтылау.</a:t>
            </a:r>
          </a:p>
        </p:txBody>
      </p:sp>
      <p:sp>
        <p:nvSpPr>
          <p:cNvPr id="13" name="Прямоугольник 12">
            <a:extLst xmlns:a="http://schemas.openxmlformats.org/drawingml/2006/main">
              <a:ext uri="{FF2B5EF4-FFF2-40B4-BE49-F238E27FC236}">
                <a16:creationId xmlns:a16="http://schemas.microsoft.com/office/drawing/2014/main" id="{1C2A44C2-4E7C-4236-8B1F-A73EF25780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5334000"/>
            <a:ext cx="107632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0E1420"/>
                </a:solidFill>
                <a:latin typeface="DejaVu Sans"/>
                <a:ea typeface="DejaVu Sans"/>
                <a:cs typeface="DejaVu Sans"/>
              </a:defRPr>
            </a:pPr>
            <a:r>
              <a:rPr sz="1350" b="1">
                <a:solidFill>
                  <a:srgbClr val="0E1420"/>
                </a:solidFill>
                <a:latin typeface="DejaVu Sans"/>
                <a:ea typeface="DejaVu Sans"/>
                <a:cs typeface="DejaVu Sans"/>
              </a:rPr>
              <a:t>Тексеру: әр жол бастапқы мәтінде бар ма және техникалық мағына өзгермеді ме?</a:t>
            </a:r>
          </a:p>
        </p:txBody>
      </p:sp>
      <p:sp>
        <p:nvSpPr>
          <p:cNvPr id="14" name="Прямоугольник 13">
            <a:extLst xmlns:a="http://schemas.openxmlformats.org/drawingml/2006/main">
              <a:ext uri="{FF2B5EF4-FFF2-40B4-BE49-F238E27FC236}">
                <a16:creationId xmlns:a16="http://schemas.microsoft.com/office/drawing/2014/main" id="{AA9CE928-2871-412B-BA6B-A7895767AC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9850"/>
            <a:ext cx="476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5679" lnSpcReduction="1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900" b="0">
                <a:solidFill>
                  <a:srgbClr val="59616E"/>
                </a:solidFill>
                <a:latin typeface="DejaVu Sans"/>
                <a:ea typeface="DejaVu Sans"/>
                <a:cs typeface="DejaVu Sans"/>
              </a:defRPr>
            </a:pPr>
            <a:r>
              <a:rPr sz="900" b="0">
                <a:solidFill>
                  <a:srgbClr val="59616E"/>
                </a:solidFill>
                <a:latin typeface="DejaVu Sans"/>
                <a:ea typeface="DejaVu Sans"/>
                <a:cs typeface="DejaVu Sans"/>
              </a:rPr>
              <a:t>42</a:t>
            </a:r>
          </a:p>
        </p:txBody>
      </p:sp>
    </p:spTree>
    <p:extLst>
      <p:ext uri="{BB962C8B-B14F-4D97-AF65-F5344CB8AC3E}">
        <p14:creationId xmlns:p14="http://schemas.microsoft.com/office/powerpoint/2010/main" val="804197964"/>
      </p:ext>
    </p:extLst>
  </p:cSld>
</p:sld>
</file>

<file path=ppt/slides/slide43.xml><?xml version="1.0" encoding="utf-8"?>
<p:sld xmlns:p="http://schemas.openxmlformats.org/presentationml/2006/main">
  <p:cSld>
    <p:bg>
      <p:bgPr>
        <a:solidFill xmlns:a="http://schemas.openxmlformats.org/drawingml/2006/main">
          <a:srgbClr val="F7F7F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Прямоугольник 5">
            <a:extLst xmlns:a="http://schemas.openxmlformats.org/drawingml/2006/main">
              <a:ext uri="{FF2B5EF4-FFF2-40B4-BE49-F238E27FC236}">
                <a16:creationId xmlns:a16="http://schemas.microsoft.com/office/drawing/2014/main" id="{69001416-CAE0-420A-8843-E12F7166FA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28600"/>
            <a:ext cx="3810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9808" lnSpcReduction="1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59616E"/>
                </a:solidFill>
                <a:latin typeface="DejaVu Sans"/>
                <a:ea typeface="DejaVu Sans"/>
                <a:cs typeface="DejaVu Sans"/>
              </a:defRPr>
            </a:pPr>
            <a:r>
              <a:rPr sz="975" b="1">
                <a:solidFill>
                  <a:srgbClr val="59616E"/>
                </a:solidFill>
                <a:latin typeface="DejaVu Sans"/>
                <a:ea typeface="DejaVu Sans"/>
                <a:cs typeface="DejaVu Sans"/>
              </a:rPr>
              <a:t>AI / КҮНДЕ</a:t>
            </a:r>
          </a:p>
        </p:txBody>
      </p:sp>
      <p:sp>
        <p:nvSpPr>
          <p:cNvPr id="2" name="Прямоугольник 1">
            <a:extLst xmlns:a="http://schemas.openxmlformats.org/drawingml/2006/main">
              <a:ext uri="{FF2B5EF4-FFF2-40B4-BE49-F238E27FC236}">
                <a16:creationId xmlns:a16="http://schemas.microsoft.com/office/drawing/2014/main" id="{5719FB91-AC29-494F-8B60-86D24E6483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552450"/>
            <a:ext cx="107632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E1420"/>
                </a:solidFill>
                <a:latin typeface="DejaVu Sans"/>
                <a:ea typeface="DejaVu Sans"/>
                <a:cs typeface="DejaVu Sans"/>
              </a:defRPr>
            </a:pPr>
            <a:r>
              <a:rPr sz="2550" b="1">
                <a:solidFill>
                  <a:srgbClr val="0E1420"/>
                </a:solidFill>
                <a:latin typeface="DejaVu Sans"/>
                <a:ea typeface="DejaVu Sans"/>
                <a:cs typeface="DejaVu Sans"/>
              </a:rPr>
              <a:t>Кейс 4. Excel деректері</a:t>
            </a:r>
          </a:p>
        </p:txBody>
      </p:sp>
      <p:pic>
        <p:nvPicPr>
          <p:cNvPr id="10" name="Рисунок 7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88a58ccab4942cf"/>
          <a:stretch xmlns:a="http://schemas.openxmlformats.org/drawingml/2006/main"/>
        </p:blipFill>
        <p:spPr>
          <a:xfrm xmlns:a="http://schemas.openxmlformats.org/drawingml/2006/main">
            <a:off x="1713169" y="1381125"/>
            <a:ext cx="8746611" cy="3905250"/>
          </a:xfrm>
          <a:prstGeom xmlns:a="http://schemas.openxmlformats.org/drawingml/2006/main" prst="rect">
            <a:avLst/>
          </a:prstGeom>
        </p:spPr>
      </p:pic>
      <p:sp>
        <p:nvSpPr>
          <p:cNvPr id="4" name="Прямоугольник 3">
            <a:extLst xmlns:a="http://schemas.openxmlformats.org/drawingml/2006/main">
              <a:ext uri="{FF2B5EF4-FFF2-40B4-BE49-F238E27FC236}">
                <a16:creationId xmlns:a16="http://schemas.microsoft.com/office/drawing/2014/main" id="{B716B2C1-F6B1-4ED8-9D31-EC887B437D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5572125"/>
            <a:ext cx="10763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500" b="1">
                <a:solidFill>
                  <a:srgbClr val="8FCF25"/>
                </a:solidFill>
                <a:latin typeface="DejaVu Sans"/>
                <a:ea typeface="DejaVu Sans"/>
                <a:cs typeface="DejaVu Sans"/>
              </a:defRPr>
            </a:pPr>
            <a:r>
              <a:rPr sz="1500" b="1">
                <a:solidFill>
                  <a:srgbClr val="8FCF25"/>
                </a:solidFill>
                <a:latin typeface="DejaVu Sans"/>
                <a:ea typeface="DejaVu Sans"/>
                <a:cs typeface="DejaVu Sans"/>
              </a:rPr>
              <a:t>Оқу файлы: 300 жол. Нақты қызметтік дерек жоқ.</a:t>
            </a:r>
          </a:p>
        </p:txBody>
      </p:sp>
      <p:sp>
        <p:nvSpPr>
          <p:cNvPr id="5" name="Прямоугольник 4">
            <a:extLst xmlns:a="http://schemas.openxmlformats.org/drawingml/2006/main">
              <a:ext uri="{FF2B5EF4-FFF2-40B4-BE49-F238E27FC236}">
                <a16:creationId xmlns:a16="http://schemas.microsoft.com/office/drawing/2014/main" id="{20EC35A5-7A41-4F56-8609-E479A32AB9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9850"/>
            <a:ext cx="476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5679" lnSpcReduction="1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900" b="0">
                <a:solidFill>
                  <a:srgbClr val="59616E"/>
                </a:solidFill>
                <a:latin typeface="DejaVu Sans"/>
                <a:ea typeface="DejaVu Sans"/>
                <a:cs typeface="DejaVu Sans"/>
              </a:defRPr>
            </a:pPr>
            <a:r>
              <a:rPr sz="900" b="0">
                <a:solidFill>
                  <a:srgbClr val="59616E"/>
                </a:solidFill>
                <a:latin typeface="DejaVu Sans"/>
                <a:ea typeface="DejaVu Sans"/>
                <a:cs typeface="DejaVu Sans"/>
              </a:rPr>
              <a:t>43</a:t>
            </a:r>
          </a:p>
        </p:txBody>
      </p:sp>
    </p:spTree>
    <p:extLst>
      <p:ext uri="{BB962C8B-B14F-4D97-AF65-F5344CB8AC3E}">
        <p14:creationId xmlns:p14="http://schemas.microsoft.com/office/powerpoint/2010/main" val="1970221721"/>
      </p:ext>
    </p:extLst>
  </p:cSld>
</p:sld>
</file>

<file path=ppt/slides/slide44.xml><?xml version="1.0" encoding="utf-8"?>
<p:sld xmlns:p="http://schemas.openxmlformats.org/presentationml/2006/main">
  <p:cSld>
    <p:bg>
      <p:bgPr>
        <a:solidFill xmlns:a="http://schemas.openxmlformats.org/drawingml/2006/main">
          <a:srgbClr val="F7F7F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Прямоугольник 8">
            <a:extLst xmlns:a="http://schemas.openxmlformats.org/drawingml/2006/main">
              <a:ext uri="{FF2B5EF4-FFF2-40B4-BE49-F238E27FC236}">
                <a16:creationId xmlns:a16="http://schemas.microsoft.com/office/drawing/2014/main" id="{70B9BC53-0D3F-49D7-9A89-CC8E1D1DD5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28600"/>
            <a:ext cx="3810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9808" lnSpcReduction="1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59616E"/>
                </a:solidFill>
                <a:latin typeface="DejaVu Sans"/>
                <a:ea typeface="DejaVu Sans"/>
                <a:cs typeface="DejaVu Sans"/>
              </a:defRPr>
            </a:pPr>
            <a:r>
              <a:rPr sz="975" b="1">
                <a:solidFill>
                  <a:srgbClr val="59616E"/>
                </a:solidFill>
                <a:latin typeface="DejaVu Sans"/>
                <a:ea typeface="DejaVu Sans"/>
                <a:cs typeface="DejaVu Sans"/>
              </a:rPr>
              <a:t>ПРАКТИКА</a:t>
            </a:r>
          </a:p>
        </p:txBody>
      </p:sp>
      <p:sp>
        <p:nvSpPr>
          <p:cNvPr id="2" name="Прямоугольник 1">
            <a:extLst xmlns:a="http://schemas.openxmlformats.org/drawingml/2006/main">
              <a:ext uri="{FF2B5EF4-FFF2-40B4-BE49-F238E27FC236}">
                <a16:creationId xmlns:a16="http://schemas.microsoft.com/office/drawing/2014/main" id="{16413F5C-842E-47F8-92D8-0C99CC5C7F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552450"/>
            <a:ext cx="107632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E1420"/>
                </a:solidFill>
                <a:latin typeface="DejaVu Sans"/>
                <a:ea typeface="DejaVu Sans"/>
                <a:cs typeface="DejaVu Sans"/>
              </a:defRPr>
            </a:pPr>
            <a:r>
              <a:rPr sz="2550" b="1">
                <a:solidFill>
                  <a:srgbClr val="0E1420"/>
                </a:solidFill>
                <a:latin typeface="DejaVu Sans"/>
                <a:ea typeface="DejaVu Sans"/>
                <a:cs typeface="DejaVu Sans"/>
              </a:rPr>
              <a:t>Кейс 4. Excel бойынша сұрау</a:t>
            </a:r>
          </a:p>
        </p:txBody>
      </p:sp>
      <p:sp>
        <p:nvSpPr>
          <p:cNvPr id="3" name="Прямоугольник 2">
            <a:extLst xmlns:a="http://schemas.openxmlformats.org/drawingml/2006/main">
              <a:ext uri="{FF2B5EF4-FFF2-40B4-BE49-F238E27FC236}">
                <a16:creationId xmlns:a16="http://schemas.microsoft.com/office/drawing/2014/main" id="{CA4E98FC-8708-4B69-ABDB-F7890FFF7D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257300"/>
            <a:ext cx="10763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59616E"/>
                </a:solidFill>
                <a:latin typeface="DejaVu Sans"/>
                <a:ea typeface="DejaVu Sans"/>
                <a:cs typeface="DejaVu Sans"/>
              </a:defRPr>
            </a:pPr>
            <a:r>
              <a:rPr sz="1350" b="0">
                <a:solidFill>
                  <a:srgbClr val="59616E"/>
                </a:solidFill>
                <a:latin typeface="DejaVu Sans"/>
                <a:ea typeface="DejaVu Sans"/>
                <a:cs typeface="DejaVu Sans"/>
              </a:rPr>
              <a:t>Бүкіл ауқымды қосамыз, тек экранда көрінетін бөлікті емес</a:t>
            </a:r>
          </a:p>
        </p:txBody>
      </p:sp>
      <p:sp>
        <p:nvSpPr>
          <p:cNvPr id="4" name="Скругленный прямоугольник 3">
            <a:extLst xmlns:a="http://schemas.openxmlformats.org/drawingml/2006/main">
              <a:ext uri="{FF2B5EF4-FFF2-40B4-BE49-F238E27FC236}">
                <a16:creationId xmlns:a16="http://schemas.microsoft.com/office/drawing/2014/main" id="{6DC72497-A590-4574-942D-1E16581B5C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809750"/>
            <a:ext cx="10763250" cy="3048000"/>
          </a:xfrm>
          <a:prstGeom xmlns:a="http://schemas.openxmlformats.org/drawingml/2006/main" prst="roundRect">
            <a:avLst>
              <a:gd name="adj" fmla="val 5625"/>
            </a:avLst>
          </a:prstGeom>
          <a:solidFill xmlns:a="http://schemas.openxmlformats.org/drawingml/2006/main">
            <a:srgbClr val="0E1420"/>
          </a:solidFill>
          <a:ln xmlns:a="http://schemas.openxmlformats.org/drawingml/2006/main" w="9525">
            <a:solidFill>
              <a:srgbClr val="0E142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5" name="Прямоугольник 4">
            <a:extLst xmlns:a="http://schemas.openxmlformats.org/drawingml/2006/main">
              <a:ext uri="{FF2B5EF4-FFF2-40B4-BE49-F238E27FC236}">
                <a16:creationId xmlns:a16="http://schemas.microsoft.com/office/drawing/2014/main" id="{CF6F2DB0-FB33-43B5-886E-EED68FC1F9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2038350"/>
            <a:ext cx="1238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B8F238"/>
                </a:solidFill>
                <a:latin typeface="DejaVu Sans"/>
                <a:ea typeface="DejaVu Sans"/>
                <a:cs typeface="DejaVu Sans"/>
              </a:defRPr>
            </a:pPr>
            <a:r>
              <a:rPr sz="1050" b="1">
                <a:solidFill>
                  <a:srgbClr val="B8F238"/>
                </a:solidFill>
                <a:latin typeface="DejaVu Sans"/>
                <a:ea typeface="DejaVu Sans"/>
                <a:cs typeface="DejaVu Sans"/>
              </a:rPr>
              <a:t>СҰРАУ</a:t>
            </a:r>
          </a:p>
        </p:txBody>
      </p:sp>
      <p:sp>
        <p:nvSpPr>
          <p:cNvPr id="6" name="Прямоугольник 5">
            <a:extLst xmlns:a="http://schemas.openxmlformats.org/drawingml/2006/main">
              <a:ext uri="{FF2B5EF4-FFF2-40B4-BE49-F238E27FC236}">
                <a16:creationId xmlns:a16="http://schemas.microsoft.com/office/drawing/2014/main" id="{2AD2A0CC-DFA9-4759-ADE0-87135E03E0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2400300"/>
            <a:ext cx="10287000" cy="2095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875" b="0">
                <a:solidFill>
                  <a:srgbClr val="FFFFFF"/>
                </a:solidFill>
                <a:latin typeface="DejaVu Sans"/>
                <a:ea typeface="DejaVu Sans"/>
                <a:cs typeface="DejaVu Sans"/>
              </a:defRPr>
            </a:pPr>
            <a:r>
              <a:rPr sz="1875" b="0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Осы толық 300 жолдық оқу кестесін талда. 1) жол және бірегей ID санын есепте; 2) мәртебелер санын шығар; 3) 15.09.2026 күні жабылмаған және мерзімі өткен жолдарды тап; 4) қайталанатын ID мен жауапты адамы жоқ жолдарды көрсет. Әр есептеудің ережесін жаз.</a:t>
            </a:r>
          </a:p>
        </p:txBody>
      </p:sp>
      <p:sp>
        <p:nvSpPr>
          <p:cNvPr id="7" name="Прямоугольник 6">
            <a:extLst xmlns:a="http://schemas.openxmlformats.org/drawingml/2006/main">
              <a:ext uri="{FF2B5EF4-FFF2-40B4-BE49-F238E27FC236}">
                <a16:creationId xmlns:a16="http://schemas.microsoft.com/office/drawing/2014/main" id="{FB4C3164-95FC-487F-9735-C2A02ADE3A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5143500"/>
            <a:ext cx="10763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59616E"/>
                </a:solidFill>
                <a:latin typeface="DejaVu Sans"/>
                <a:ea typeface="DejaVu Sans"/>
                <a:cs typeface="DejaVu Sans"/>
              </a:defRPr>
            </a:pPr>
            <a:r>
              <a:rPr sz="1200" b="0">
                <a:solidFill>
                  <a:srgbClr val="59616E"/>
                </a:solidFill>
                <a:latin typeface="DejaVu Sans"/>
                <a:ea typeface="DejaVu Sans"/>
                <a:cs typeface="DejaVu Sans"/>
              </a:rPr>
              <a:t>Оқу үлгісі. Құпия және жеке деректерді енгізбейміз.</a:t>
            </a:r>
          </a:p>
        </p:txBody>
      </p:sp>
      <p:sp>
        <p:nvSpPr>
          <p:cNvPr id="8" name="Прямоугольник 7">
            <a:extLst xmlns:a="http://schemas.openxmlformats.org/drawingml/2006/main">
              <a:ext uri="{FF2B5EF4-FFF2-40B4-BE49-F238E27FC236}">
                <a16:creationId xmlns:a16="http://schemas.microsoft.com/office/drawing/2014/main" id="{71F33795-2B14-4815-AEE0-F5B0A396AF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9850"/>
            <a:ext cx="476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5679" lnSpcReduction="1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900" b="0">
                <a:solidFill>
                  <a:srgbClr val="59616E"/>
                </a:solidFill>
                <a:latin typeface="DejaVu Sans"/>
                <a:ea typeface="DejaVu Sans"/>
                <a:cs typeface="DejaVu Sans"/>
              </a:defRPr>
            </a:pPr>
            <a:r>
              <a:rPr sz="900" b="0">
                <a:solidFill>
                  <a:srgbClr val="59616E"/>
                </a:solidFill>
                <a:latin typeface="DejaVu Sans"/>
                <a:ea typeface="DejaVu Sans"/>
                <a:cs typeface="DejaVu Sans"/>
              </a:rPr>
              <a:t>44</a:t>
            </a:r>
          </a:p>
        </p:txBody>
      </p:sp>
    </p:spTree>
    <p:extLst>
      <p:ext uri="{BB962C8B-B14F-4D97-AF65-F5344CB8AC3E}">
        <p14:creationId xmlns:p14="http://schemas.microsoft.com/office/powerpoint/2010/main" val="1895500116"/>
      </p:ext>
    </p:extLst>
  </p:cSld>
</p:sld>
</file>

<file path=ppt/slides/slide45.xml><?xml version="1.0" encoding="utf-8"?>
<p:sld xmlns:p="http://schemas.openxmlformats.org/presentationml/2006/main">
  <p:cSld>
    <p:bg>
      <p:bgPr>
        <a:solidFill xmlns:a="http://schemas.openxmlformats.org/drawingml/2006/main">
          <a:srgbClr val="F7F7F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Прямоугольник 5">
            <a:extLst xmlns:a="http://schemas.openxmlformats.org/drawingml/2006/main">
              <a:ext uri="{FF2B5EF4-FFF2-40B4-BE49-F238E27FC236}">
                <a16:creationId xmlns:a16="http://schemas.microsoft.com/office/drawing/2014/main" id="{8C08E3DB-EBDC-4BF2-9031-F1A2D2DEB1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28600"/>
            <a:ext cx="3810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9808" lnSpcReduction="1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59616E"/>
                </a:solidFill>
                <a:latin typeface="DejaVu Sans"/>
                <a:ea typeface="DejaVu Sans"/>
                <a:cs typeface="DejaVu Sans"/>
              </a:defRPr>
            </a:pPr>
            <a:r>
              <a:rPr sz="975" b="1">
                <a:solidFill>
                  <a:srgbClr val="59616E"/>
                </a:solidFill>
                <a:latin typeface="DejaVu Sans"/>
                <a:ea typeface="DejaVu Sans"/>
                <a:cs typeface="DejaVu Sans"/>
              </a:rPr>
              <a:t>ЭКРАНДАҒЫ НӘТИЖЕ</a:t>
            </a:r>
          </a:p>
        </p:txBody>
      </p:sp>
      <p:sp>
        <p:nvSpPr>
          <p:cNvPr id="2" name="Прямоугольник 1">
            <a:extLst xmlns:a="http://schemas.openxmlformats.org/drawingml/2006/main">
              <a:ext uri="{FF2B5EF4-FFF2-40B4-BE49-F238E27FC236}">
                <a16:creationId xmlns:a16="http://schemas.microsoft.com/office/drawing/2014/main" id="{1DC3EAFF-D500-4760-8ECB-F61FEC1F9C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552450"/>
            <a:ext cx="107632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E1420"/>
                </a:solidFill>
                <a:latin typeface="DejaVu Sans"/>
                <a:ea typeface="DejaVu Sans"/>
                <a:cs typeface="DejaVu Sans"/>
              </a:defRPr>
            </a:pPr>
            <a:r>
              <a:rPr sz="2550" b="1">
                <a:solidFill>
                  <a:srgbClr val="0E1420"/>
                </a:solidFill>
                <a:latin typeface="DejaVu Sans"/>
                <a:ea typeface="DejaVu Sans"/>
                <a:cs typeface="DejaVu Sans"/>
              </a:rPr>
              <a:t>Кейс 4. Excel нәтижесі</a:t>
            </a:r>
          </a:p>
        </p:txBody>
      </p:sp>
      <p:pic>
        <p:nvPicPr>
          <p:cNvPr id="10" name="Рисунок 7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3d2eda021e54905"/>
          <a:stretch xmlns:a="http://schemas.openxmlformats.org/drawingml/2006/main"/>
        </p:blipFill>
        <p:spPr>
          <a:xfrm xmlns:a="http://schemas.openxmlformats.org/drawingml/2006/main">
            <a:off x="3177048" y="1381125"/>
            <a:ext cx="5837903" cy="3619500"/>
          </a:xfrm>
          <a:prstGeom xmlns:a="http://schemas.openxmlformats.org/drawingml/2006/main" prst="rect">
            <a:avLst/>
          </a:prstGeom>
        </p:spPr>
      </p:pic>
      <p:sp>
        <p:nvSpPr>
          <p:cNvPr id="4" name="Прямоугольник 3">
            <a:extLst xmlns:a="http://schemas.openxmlformats.org/drawingml/2006/main">
              <a:ext uri="{FF2B5EF4-FFF2-40B4-BE49-F238E27FC236}">
                <a16:creationId xmlns:a16="http://schemas.microsoft.com/office/drawing/2014/main" id="{4E7E3430-2048-4A3A-AA68-89C81246E4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5286375"/>
            <a:ext cx="1076325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500" b="1">
                <a:solidFill>
                  <a:srgbClr val="0E1420"/>
                </a:solidFill>
                <a:latin typeface="DejaVu Sans"/>
                <a:ea typeface="DejaVu Sans"/>
                <a:cs typeface="DejaVu Sans"/>
              </a:defRPr>
            </a:pPr>
            <a:r>
              <a:rPr sz="1500" b="1">
                <a:solidFill>
                  <a:srgbClr val="0E1420"/>
                </a:solidFill>
                <a:latin typeface="DejaVu Sans"/>
                <a:ea typeface="DejaVu Sans"/>
                <a:cs typeface="DejaVu Sans"/>
              </a:rPr>
              <a:t>Нәтиже: 300 жол, 298 бірегей ID, 75 мерзімі өткен жол, 10 жауаптысы жоқ жол, қайталанған ID: Z-007 және Z-014.</a:t>
            </a:r>
          </a:p>
        </p:txBody>
      </p:sp>
      <p:sp>
        <p:nvSpPr>
          <p:cNvPr id="5" name="Прямоугольник 4">
            <a:extLst xmlns:a="http://schemas.openxmlformats.org/drawingml/2006/main">
              <a:ext uri="{FF2B5EF4-FFF2-40B4-BE49-F238E27FC236}">
                <a16:creationId xmlns:a16="http://schemas.microsoft.com/office/drawing/2014/main" id="{DD31A196-C00B-4499-BC69-F659DC2E42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9850"/>
            <a:ext cx="476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5679" lnSpcReduction="1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900" b="0">
                <a:solidFill>
                  <a:srgbClr val="59616E"/>
                </a:solidFill>
                <a:latin typeface="DejaVu Sans"/>
                <a:ea typeface="DejaVu Sans"/>
                <a:cs typeface="DejaVu Sans"/>
              </a:defRPr>
            </a:pPr>
            <a:r>
              <a:rPr sz="900" b="0">
                <a:solidFill>
                  <a:srgbClr val="59616E"/>
                </a:solidFill>
                <a:latin typeface="DejaVu Sans"/>
                <a:ea typeface="DejaVu Sans"/>
                <a:cs typeface="DejaVu Sans"/>
              </a:rPr>
              <a:t>45</a:t>
            </a:r>
          </a:p>
        </p:txBody>
      </p:sp>
    </p:spTree>
    <p:extLst>
      <p:ext uri="{BB962C8B-B14F-4D97-AF65-F5344CB8AC3E}">
        <p14:creationId xmlns:p14="http://schemas.microsoft.com/office/powerpoint/2010/main" val="368071968"/>
      </p:ext>
    </p:extLst>
  </p:cSld>
</p:sld>
</file>

<file path=ppt/slides/slide46.xml><?xml version="1.0" encoding="utf-8"?>
<p:sld xmlns:p="http://schemas.openxmlformats.org/presentationml/2006/main">
  <p:cSld>
    <p:bg>
      <p:bgPr>
        <a:solidFill xmlns:a="http://schemas.openxmlformats.org/drawingml/2006/main">
          <a:srgbClr val="F7F7F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Прямоугольник 12">
            <a:extLst xmlns:a="http://schemas.openxmlformats.org/drawingml/2006/main">
              <a:ext uri="{FF2B5EF4-FFF2-40B4-BE49-F238E27FC236}">
                <a16:creationId xmlns:a16="http://schemas.microsoft.com/office/drawing/2014/main" id="{576D7AFD-77FE-43DB-9302-774E88B8AC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28600"/>
            <a:ext cx="3810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9808" lnSpcReduction="1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59616E"/>
                </a:solidFill>
                <a:latin typeface="DejaVu Sans"/>
                <a:ea typeface="DejaVu Sans"/>
                <a:cs typeface="DejaVu Sans"/>
              </a:defRPr>
            </a:pPr>
            <a:r>
              <a:rPr sz="975" b="1">
                <a:solidFill>
                  <a:srgbClr val="59616E"/>
                </a:solidFill>
                <a:latin typeface="DejaVu Sans"/>
                <a:ea typeface="DejaVu Sans"/>
                <a:cs typeface="DejaVu Sans"/>
              </a:rPr>
              <a:t>AI / КҮНДЕ</a:t>
            </a:r>
          </a:p>
        </p:txBody>
      </p:sp>
      <p:sp>
        <p:nvSpPr>
          <p:cNvPr id="2" name="Прямоугольник 1">
            <a:extLst xmlns:a="http://schemas.openxmlformats.org/drawingml/2006/main">
              <a:ext uri="{FF2B5EF4-FFF2-40B4-BE49-F238E27FC236}">
                <a16:creationId xmlns:a16="http://schemas.microsoft.com/office/drawing/2014/main" id="{08202388-6093-4254-A8FC-80E9E133BC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552450"/>
            <a:ext cx="107632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E1420"/>
                </a:solidFill>
                <a:latin typeface="DejaVu Sans"/>
                <a:ea typeface="DejaVu Sans"/>
                <a:cs typeface="DejaVu Sans"/>
              </a:defRPr>
            </a:pPr>
            <a:r>
              <a:rPr sz="2550" b="1">
                <a:solidFill>
                  <a:srgbClr val="0E1420"/>
                </a:solidFill>
                <a:latin typeface="DejaVu Sans"/>
                <a:ea typeface="DejaVu Sans"/>
                <a:cs typeface="DejaVu Sans"/>
              </a:rPr>
              <a:t>Кейс 4. Тексеруден кейінгі әрекет</a:t>
            </a:r>
          </a:p>
        </p:txBody>
      </p:sp>
      <p:sp>
        <p:nvSpPr>
          <p:cNvPr id="3" name="Прямоугольник 2">
            <a:extLst xmlns:a="http://schemas.openxmlformats.org/drawingml/2006/main">
              <a:ext uri="{FF2B5EF4-FFF2-40B4-BE49-F238E27FC236}">
                <a16:creationId xmlns:a16="http://schemas.microsoft.com/office/drawing/2014/main" id="{0F2AA566-0EA9-4F32-8E5F-83743FEC85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1619250"/>
            <a:ext cx="2667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4531"/>
          </a:bodyPr>
          <a:lstStyle xmlns:a="http://schemas.openxmlformats.org/drawingml/2006/main"/>
          <a:p xmlns:a="http://schemas.openxmlformats.org/drawingml/2006/main">
            <a:pPr algn="l">
              <a:buNone/>
              <a:defRPr sz="1800" b="1">
                <a:solidFill>
                  <a:srgbClr val="8FCF25"/>
                </a:solidFill>
                <a:latin typeface="DejaVu Sans"/>
                <a:ea typeface="DejaVu Sans"/>
                <a:cs typeface="DejaVu Sans"/>
              </a:defRPr>
            </a:pPr>
            <a:r>
              <a:rPr sz="1800" b="1">
                <a:solidFill>
                  <a:srgbClr val="8FCF25"/>
                </a:solidFill>
                <a:latin typeface="DejaVu Sans"/>
                <a:ea typeface="DejaVu Sans"/>
                <a:cs typeface="DejaVu Sans"/>
              </a:rPr>
              <a:t>•</a:t>
            </a:r>
          </a:p>
        </p:txBody>
      </p:sp>
      <p:sp>
        <p:nvSpPr>
          <p:cNvPr id="4" name="Прямоугольник 3">
            <a:extLst xmlns:a="http://schemas.openxmlformats.org/drawingml/2006/main">
              <a:ext uri="{FF2B5EF4-FFF2-40B4-BE49-F238E27FC236}">
                <a16:creationId xmlns:a16="http://schemas.microsoft.com/office/drawing/2014/main" id="{613D570E-8091-4328-ABAF-9D65A61642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1619250"/>
            <a:ext cx="992505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800" b="0">
                <a:solidFill>
                  <a:srgbClr val="0E1420"/>
                </a:solidFill>
                <a:latin typeface="DejaVu Sans"/>
                <a:ea typeface="DejaVu Sans"/>
                <a:cs typeface="DejaVu Sans"/>
              </a:defRPr>
            </a:pPr>
            <a:r>
              <a:rPr sz="1800" b="0">
                <a:solidFill>
                  <a:srgbClr val="0E1420"/>
                </a:solidFill>
                <a:latin typeface="DejaVu Sans"/>
                <a:ea typeface="DejaVu Sans"/>
                <a:cs typeface="DejaVu Sans"/>
              </a:rPr>
              <a:t>Z-007 және Z-014 ID неге қайталанғанын анықтау</a:t>
            </a:r>
          </a:p>
        </p:txBody>
      </p:sp>
      <p:sp>
        <p:nvSpPr>
          <p:cNvPr id="5" name="Прямоугольник 4">
            <a:extLst xmlns:a="http://schemas.openxmlformats.org/drawingml/2006/main">
              <a:ext uri="{FF2B5EF4-FFF2-40B4-BE49-F238E27FC236}">
                <a16:creationId xmlns:a16="http://schemas.microsoft.com/office/drawing/2014/main" id="{FFE22D4D-E600-440A-B26F-684D388807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381250"/>
            <a:ext cx="2667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4531"/>
          </a:bodyPr>
          <a:lstStyle xmlns:a="http://schemas.openxmlformats.org/drawingml/2006/main"/>
          <a:p xmlns:a="http://schemas.openxmlformats.org/drawingml/2006/main">
            <a:pPr algn="l">
              <a:buNone/>
              <a:defRPr sz="1800" b="1">
                <a:solidFill>
                  <a:srgbClr val="8FCF25"/>
                </a:solidFill>
                <a:latin typeface="DejaVu Sans"/>
                <a:ea typeface="DejaVu Sans"/>
                <a:cs typeface="DejaVu Sans"/>
              </a:defRPr>
            </a:pPr>
            <a:r>
              <a:rPr sz="1800" b="1">
                <a:solidFill>
                  <a:srgbClr val="8FCF25"/>
                </a:solidFill>
                <a:latin typeface="DejaVu Sans"/>
                <a:ea typeface="DejaVu Sans"/>
                <a:cs typeface="DejaVu Sans"/>
              </a:rPr>
              <a:t>•</a:t>
            </a:r>
          </a:p>
        </p:txBody>
      </p:sp>
      <p:sp>
        <p:nvSpPr>
          <p:cNvPr id="6" name="Прямоугольник 5">
            <a:extLst xmlns:a="http://schemas.openxmlformats.org/drawingml/2006/main">
              <a:ext uri="{FF2B5EF4-FFF2-40B4-BE49-F238E27FC236}">
                <a16:creationId xmlns:a16="http://schemas.microsoft.com/office/drawing/2014/main" id="{9DD5DB1F-E7A3-46FC-A53A-4D32175EFC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2381250"/>
            <a:ext cx="992505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800" b="0">
                <a:solidFill>
                  <a:srgbClr val="0E1420"/>
                </a:solidFill>
                <a:latin typeface="DejaVu Sans"/>
                <a:ea typeface="DejaVu Sans"/>
                <a:cs typeface="DejaVu Sans"/>
              </a:defRPr>
            </a:pPr>
            <a:r>
              <a:rPr sz="1800" b="0">
                <a:solidFill>
                  <a:srgbClr val="0E1420"/>
                </a:solidFill>
                <a:latin typeface="DejaVu Sans"/>
                <a:ea typeface="DejaVu Sans"/>
                <a:cs typeface="DejaVu Sans"/>
              </a:rPr>
              <a:t>Жауапты адам көрсетілмеген 10 жолды нақтылау</a:t>
            </a:r>
          </a:p>
        </p:txBody>
      </p:sp>
      <p:sp>
        <p:nvSpPr>
          <p:cNvPr id="7" name="Прямоугольник 6">
            <a:extLst xmlns:a="http://schemas.openxmlformats.org/drawingml/2006/main">
              <a:ext uri="{FF2B5EF4-FFF2-40B4-BE49-F238E27FC236}">
                <a16:creationId xmlns:a16="http://schemas.microsoft.com/office/drawing/2014/main" id="{7E649416-F88B-4981-8571-E6DCF986B8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143250"/>
            <a:ext cx="2667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4531"/>
          </a:bodyPr>
          <a:lstStyle xmlns:a="http://schemas.openxmlformats.org/drawingml/2006/main"/>
          <a:p xmlns:a="http://schemas.openxmlformats.org/drawingml/2006/main">
            <a:pPr algn="l">
              <a:buNone/>
              <a:defRPr sz="1800" b="1">
                <a:solidFill>
                  <a:srgbClr val="8FCF25"/>
                </a:solidFill>
                <a:latin typeface="DejaVu Sans"/>
                <a:ea typeface="DejaVu Sans"/>
                <a:cs typeface="DejaVu Sans"/>
              </a:defRPr>
            </a:pPr>
            <a:r>
              <a:rPr sz="1800" b="1">
                <a:solidFill>
                  <a:srgbClr val="8FCF25"/>
                </a:solidFill>
                <a:latin typeface="DejaVu Sans"/>
                <a:ea typeface="DejaVu Sans"/>
                <a:cs typeface="DejaVu Sans"/>
              </a:rPr>
              <a:t>•</a:t>
            </a:r>
          </a:p>
        </p:txBody>
      </p:sp>
      <p:sp>
        <p:nvSpPr>
          <p:cNvPr id="8" name="Прямоугольник 7">
            <a:extLst xmlns:a="http://schemas.openxmlformats.org/drawingml/2006/main">
              <a:ext uri="{FF2B5EF4-FFF2-40B4-BE49-F238E27FC236}">
                <a16:creationId xmlns:a16="http://schemas.microsoft.com/office/drawing/2014/main" id="{75C62A4B-474F-4397-BB7F-C44568FB4B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3143250"/>
            <a:ext cx="992505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800" b="0">
                <a:solidFill>
                  <a:srgbClr val="0E1420"/>
                </a:solidFill>
                <a:latin typeface="DejaVu Sans"/>
                <a:ea typeface="DejaVu Sans"/>
                <a:cs typeface="DejaVu Sans"/>
              </a:defRPr>
            </a:pPr>
            <a:r>
              <a:rPr sz="1800" b="0">
                <a:solidFill>
                  <a:srgbClr val="0E1420"/>
                </a:solidFill>
                <a:latin typeface="DejaVu Sans"/>
                <a:ea typeface="DejaVu Sans"/>
                <a:cs typeface="DejaVu Sans"/>
              </a:rPr>
              <a:t>Мерзімі өткен 75 жолды тапсырма иелерімен қарау</a:t>
            </a:r>
          </a:p>
        </p:txBody>
      </p:sp>
      <p:sp>
        <p:nvSpPr>
          <p:cNvPr id="9" name="Прямоугольник 8">
            <a:extLst xmlns:a="http://schemas.openxmlformats.org/drawingml/2006/main">
              <a:ext uri="{FF2B5EF4-FFF2-40B4-BE49-F238E27FC236}">
                <a16:creationId xmlns:a16="http://schemas.microsoft.com/office/drawing/2014/main" id="{363F1C50-01FA-42FE-9730-8100450D1A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905250"/>
            <a:ext cx="2667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4531"/>
          </a:bodyPr>
          <a:lstStyle xmlns:a="http://schemas.openxmlformats.org/drawingml/2006/main"/>
          <a:p xmlns:a="http://schemas.openxmlformats.org/drawingml/2006/main">
            <a:pPr algn="l">
              <a:buNone/>
              <a:defRPr sz="1800" b="1">
                <a:solidFill>
                  <a:srgbClr val="8FCF25"/>
                </a:solidFill>
                <a:latin typeface="DejaVu Sans"/>
                <a:ea typeface="DejaVu Sans"/>
                <a:cs typeface="DejaVu Sans"/>
              </a:defRPr>
            </a:pPr>
            <a:r>
              <a:rPr sz="1800" b="1">
                <a:solidFill>
                  <a:srgbClr val="8FCF25"/>
                </a:solidFill>
                <a:latin typeface="DejaVu Sans"/>
                <a:ea typeface="DejaVu Sans"/>
                <a:cs typeface="DejaVu Sans"/>
              </a:rPr>
              <a:t>•</a:t>
            </a:r>
          </a:p>
        </p:txBody>
      </p:sp>
      <p:sp>
        <p:nvSpPr>
          <p:cNvPr id="10" name="Прямоугольник 9">
            <a:extLst xmlns:a="http://schemas.openxmlformats.org/drawingml/2006/main">
              <a:ext uri="{FF2B5EF4-FFF2-40B4-BE49-F238E27FC236}">
                <a16:creationId xmlns:a16="http://schemas.microsoft.com/office/drawing/2014/main" id="{9B918069-E8E7-41F1-A4BA-D26D70B561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3905250"/>
            <a:ext cx="992505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800" b="0">
                <a:solidFill>
                  <a:srgbClr val="0E1420"/>
                </a:solidFill>
                <a:latin typeface="DejaVu Sans"/>
                <a:ea typeface="DejaVu Sans"/>
                <a:cs typeface="DejaVu Sans"/>
              </a:defRPr>
            </a:pPr>
            <a:r>
              <a:rPr sz="1800" b="0">
                <a:solidFill>
                  <a:srgbClr val="0E1420"/>
                </a:solidFill>
                <a:latin typeface="DejaVu Sans"/>
                <a:ea typeface="DejaVu Sans"/>
                <a:cs typeface="DejaVu Sans"/>
              </a:rPr>
              <a:t>Есептеу ережесін және тексеру күнін есепте сақтау</a:t>
            </a:r>
          </a:p>
        </p:txBody>
      </p:sp>
      <p:sp>
        <p:nvSpPr>
          <p:cNvPr id="11" name="Прямоугольник 10">
            <a:extLst xmlns:a="http://schemas.openxmlformats.org/drawingml/2006/main">
              <a:ext uri="{FF2B5EF4-FFF2-40B4-BE49-F238E27FC236}">
                <a16:creationId xmlns:a16="http://schemas.microsoft.com/office/drawing/2014/main" id="{14B11D04-3A3A-404A-B18F-653B3CDEA4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5334000"/>
            <a:ext cx="10763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575" b="1">
                <a:solidFill>
                  <a:srgbClr val="D94B4B"/>
                </a:solidFill>
                <a:latin typeface="DejaVu Sans"/>
                <a:ea typeface="DejaVu Sans"/>
                <a:cs typeface="DejaVu Sans"/>
              </a:defRPr>
            </a:pPr>
            <a:r>
              <a:rPr sz="1575" b="1">
                <a:solidFill>
                  <a:srgbClr val="D94B4B"/>
                </a:solidFill>
                <a:latin typeface="DejaVu Sans"/>
                <a:ea typeface="DejaVu Sans"/>
                <a:cs typeface="DejaVu Sans"/>
              </a:rPr>
              <a:t>ЖИ әрекетті орындамайды. Ол тек тексерілген деректерге сүйенген ұсыныс береді.</a:t>
            </a:r>
          </a:p>
        </p:txBody>
      </p:sp>
      <p:sp>
        <p:nvSpPr>
          <p:cNvPr id="12" name="Прямоугольник 11">
            <a:extLst xmlns:a="http://schemas.openxmlformats.org/drawingml/2006/main">
              <a:ext uri="{FF2B5EF4-FFF2-40B4-BE49-F238E27FC236}">
                <a16:creationId xmlns:a16="http://schemas.microsoft.com/office/drawing/2014/main" id="{56888140-58B6-498B-AC8D-559C030DB8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9850"/>
            <a:ext cx="476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5679" lnSpcReduction="1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900" b="0">
                <a:solidFill>
                  <a:srgbClr val="59616E"/>
                </a:solidFill>
                <a:latin typeface="DejaVu Sans"/>
                <a:ea typeface="DejaVu Sans"/>
                <a:cs typeface="DejaVu Sans"/>
              </a:defRPr>
            </a:pPr>
            <a:r>
              <a:rPr sz="900" b="0">
                <a:solidFill>
                  <a:srgbClr val="59616E"/>
                </a:solidFill>
                <a:latin typeface="DejaVu Sans"/>
                <a:ea typeface="DejaVu Sans"/>
                <a:cs typeface="DejaVu Sans"/>
              </a:rPr>
              <a:t>46</a:t>
            </a:r>
          </a:p>
        </p:txBody>
      </p:sp>
    </p:spTree>
    <p:extLst>
      <p:ext uri="{BB962C8B-B14F-4D97-AF65-F5344CB8AC3E}">
        <p14:creationId xmlns:p14="http://schemas.microsoft.com/office/powerpoint/2010/main" val="539489674"/>
      </p:ext>
    </p:extLst>
  </p:cSld>
</p:sld>
</file>

<file path=ppt/slides/slide47.xml><?xml version="1.0" encoding="utf-8"?>
<p:sld xmlns:p="http://schemas.openxmlformats.org/presentationml/2006/main">
  <p:cSld>
    <p:bg>
      <p:bgPr>
        <a:solidFill xmlns:a="http://schemas.openxmlformats.org/drawingml/2006/main">
          <a:srgbClr val="F7F7F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Прямоугольник 8">
            <a:extLst xmlns:a="http://schemas.openxmlformats.org/drawingml/2006/main">
              <a:ext uri="{FF2B5EF4-FFF2-40B4-BE49-F238E27FC236}">
                <a16:creationId xmlns:a16="http://schemas.microsoft.com/office/drawing/2014/main" id="{4EBC5B81-C260-44BD-A988-7D755283F5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28600"/>
            <a:ext cx="3810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9808" lnSpcReduction="1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59616E"/>
                </a:solidFill>
                <a:latin typeface="DejaVu Sans"/>
                <a:ea typeface="DejaVu Sans"/>
                <a:cs typeface="DejaVu Sans"/>
              </a:defRPr>
            </a:pPr>
            <a:r>
              <a:rPr sz="975" b="1">
                <a:solidFill>
                  <a:srgbClr val="59616E"/>
                </a:solidFill>
                <a:latin typeface="DejaVu Sans"/>
                <a:ea typeface="DejaVu Sans"/>
                <a:cs typeface="DejaVu Sans"/>
              </a:rPr>
              <a:t>ПРАКТИКА</a:t>
            </a:r>
          </a:p>
        </p:txBody>
      </p:sp>
      <p:sp>
        <p:nvSpPr>
          <p:cNvPr id="2" name="Прямоугольник 1">
            <a:extLst xmlns:a="http://schemas.openxmlformats.org/drawingml/2006/main">
              <a:ext uri="{FF2B5EF4-FFF2-40B4-BE49-F238E27FC236}">
                <a16:creationId xmlns:a16="http://schemas.microsoft.com/office/drawing/2014/main" id="{829F37B9-9B13-40D3-A9F5-619F31F657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552450"/>
            <a:ext cx="107632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E1420"/>
                </a:solidFill>
                <a:latin typeface="DejaVu Sans"/>
                <a:ea typeface="DejaVu Sans"/>
                <a:cs typeface="DejaVu Sans"/>
              </a:defRPr>
            </a:pPr>
            <a:r>
              <a:rPr sz="2550" b="1">
                <a:solidFill>
                  <a:srgbClr val="0E1420"/>
                </a:solidFill>
                <a:latin typeface="DejaVu Sans"/>
                <a:ea typeface="DejaVu Sans"/>
                <a:cs typeface="DejaVu Sans"/>
              </a:rPr>
              <a:t>Кейс 5. Техникалық нұсқаулық</a:t>
            </a:r>
          </a:p>
        </p:txBody>
      </p:sp>
      <p:sp>
        <p:nvSpPr>
          <p:cNvPr id="3" name="Прямоугольник 2">
            <a:extLst xmlns:a="http://schemas.openxmlformats.org/drawingml/2006/main">
              <a:ext uri="{FF2B5EF4-FFF2-40B4-BE49-F238E27FC236}">
                <a16:creationId xmlns:a16="http://schemas.microsoft.com/office/drawing/2014/main" id="{E085FDE0-CA43-4D87-8769-7E62BA9649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257300"/>
            <a:ext cx="10763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59616E"/>
                </a:solidFill>
                <a:latin typeface="DejaVu Sans"/>
                <a:ea typeface="DejaVu Sans"/>
                <a:cs typeface="DejaVu Sans"/>
              </a:defRPr>
            </a:pPr>
            <a:r>
              <a:rPr sz="1350" b="0">
                <a:solidFill>
                  <a:srgbClr val="59616E"/>
                </a:solidFill>
                <a:latin typeface="DejaVu Sans"/>
                <a:ea typeface="DejaVu Sans"/>
                <a:cs typeface="DejaVu Sans"/>
              </a:rPr>
              <a:t>Қысқарту кезінде талаптың мағынасы өзгермеуі керек</a:t>
            </a:r>
          </a:p>
        </p:txBody>
      </p:sp>
      <p:sp>
        <p:nvSpPr>
          <p:cNvPr id="4" name="Скругленный прямоугольник 3">
            <a:extLst xmlns:a="http://schemas.openxmlformats.org/drawingml/2006/main">
              <a:ext uri="{FF2B5EF4-FFF2-40B4-BE49-F238E27FC236}">
                <a16:creationId xmlns:a16="http://schemas.microsoft.com/office/drawing/2014/main" id="{82ED903C-953E-4CB7-8EEC-2BBB8B99AB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809750"/>
            <a:ext cx="10763250" cy="3048000"/>
          </a:xfrm>
          <a:prstGeom xmlns:a="http://schemas.openxmlformats.org/drawingml/2006/main" prst="roundRect">
            <a:avLst>
              <a:gd name="adj" fmla="val 5625"/>
            </a:avLst>
          </a:prstGeom>
          <a:solidFill xmlns:a="http://schemas.openxmlformats.org/drawingml/2006/main">
            <a:srgbClr val="0E1420"/>
          </a:solidFill>
          <a:ln xmlns:a="http://schemas.openxmlformats.org/drawingml/2006/main" w="9525">
            <a:solidFill>
              <a:srgbClr val="0E142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5" name="Прямоугольник 4">
            <a:extLst xmlns:a="http://schemas.openxmlformats.org/drawingml/2006/main">
              <a:ext uri="{FF2B5EF4-FFF2-40B4-BE49-F238E27FC236}">
                <a16:creationId xmlns:a16="http://schemas.microsoft.com/office/drawing/2014/main" id="{5E8C8E96-6B04-4107-A6B0-6024C2375E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2038350"/>
            <a:ext cx="1238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B8F238"/>
                </a:solidFill>
                <a:latin typeface="DejaVu Sans"/>
                <a:ea typeface="DejaVu Sans"/>
                <a:cs typeface="DejaVu Sans"/>
              </a:defRPr>
            </a:pPr>
            <a:r>
              <a:rPr sz="1050" b="1">
                <a:solidFill>
                  <a:srgbClr val="B8F238"/>
                </a:solidFill>
                <a:latin typeface="DejaVu Sans"/>
                <a:ea typeface="DejaVu Sans"/>
                <a:cs typeface="DejaVu Sans"/>
              </a:rPr>
              <a:t>СҰРАУ</a:t>
            </a:r>
          </a:p>
        </p:txBody>
      </p:sp>
      <p:sp>
        <p:nvSpPr>
          <p:cNvPr id="6" name="Прямоугольник 5">
            <a:extLst xmlns:a="http://schemas.openxmlformats.org/drawingml/2006/main">
              <a:ext uri="{FF2B5EF4-FFF2-40B4-BE49-F238E27FC236}">
                <a16:creationId xmlns:a16="http://schemas.microsoft.com/office/drawing/2014/main" id="{28250D99-C9EE-4A16-85E9-74F479B667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2400300"/>
            <a:ext cx="10287000" cy="2095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875" b="0">
                <a:solidFill>
                  <a:srgbClr val="FFFFFF"/>
                </a:solidFill>
                <a:latin typeface="DejaVu Sans"/>
                <a:ea typeface="DejaVu Sans"/>
                <a:cs typeface="DejaVu Sans"/>
              </a:defRPr>
            </a:pPr>
            <a:r>
              <a:rPr sz="1875" b="0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Осы рұқсат етілген оқу нұсқаулығының үзіндісін қарапайым тілмен түсіндір. Міндетті қауіпсіздік талаптарын бөлек тізімде. Әр тармақтың құжаттағы бөлімін көрсет. Техникалық терминдерді өзгертпе. Егер талап түсініксіз болса, болжам жасама. [ҮЗІНДІ]</a:t>
            </a:r>
          </a:p>
        </p:txBody>
      </p:sp>
      <p:sp>
        <p:nvSpPr>
          <p:cNvPr id="7" name="Прямоугольник 6">
            <a:extLst xmlns:a="http://schemas.openxmlformats.org/drawingml/2006/main">
              <a:ext uri="{FF2B5EF4-FFF2-40B4-BE49-F238E27FC236}">
                <a16:creationId xmlns:a16="http://schemas.microsoft.com/office/drawing/2014/main" id="{83613512-B610-462C-A3F7-31C48321C4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5143500"/>
            <a:ext cx="10763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59616E"/>
                </a:solidFill>
                <a:latin typeface="DejaVu Sans"/>
                <a:ea typeface="DejaVu Sans"/>
                <a:cs typeface="DejaVu Sans"/>
              </a:defRPr>
            </a:pPr>
            <a:r>
              <a:rPr sz="1200" b="0">
                <a:solidFill>
                  <a:srgbClr val="59616E"/>
                </a:solidFill>
                <a:latin typeface="DejaVu Sans"/>
                <a:ea typeface="DejaVu Sans"/>
                <a:cs typeface="DejaVu Sans"/>
              </a:rPr>
              <a:t>Оқу үлгісі. Құпия және жеке деректерді енгізбейміз.</a:t>
            </a:r>
          </a:p>
        </p:txBody>
      </p:sp>
      <p:sp>
        <p:nvSpPr>
          <p:cNvPr id="8" name="Прямоугольник 7">
            <a:extLst xmlns:a="http://schemas.openxmlformats.org/drawingml/2006/main">
              <a:ext uri="{FF2B5EF4-FFF2-40B4-BE49-F238E27FC236}">
                <a16:creationId xmlns:a16="http://schemas.microsoft.com/office/drawing/2014/main" id="{36E846F8-BFDF-4E1E-8944-DDE657DC39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9850"/>
            <a:ext cx="476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5679" lnSpcReduction="1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900" b="0">
                <a:solidFill>
                  <a:srgbClr val="59616E"/>
                </a:solidFill>
                <a:latin typeface="DejaVu Sans"/>
                <a:ea typeface="DejaVu Sans"/>
                <a:cs typeface="DejaVu Sans"/>
              </a:defRPr>
            </a:pPr>
            <a:r>
              <a:rPr sz="900" b="0">
                <a:solidFill>
                  <a:srgbClr val="59616E"/>
                </a:solidFill>
                <a:latin typeface="DejaVu Sans"/>
                <a:ea typeface="DejaVu Sans"/>
                <a:cs typeface="DejaVu Sans"/>
              </a:rPr>
              <a:t>47</a:t>
            </a:r>
          </a:p>
        </p:txBody>
      </p:sp>
    </p:spTree>
    <p:extLst>
      <p:ext uri="{BB962C8B-B14F-4D97-AF65-F5344CB8AC3E}">
        <p14:creationId xmlns:p14="http://schemas.microsoft.com/office/powerpoint/2010/main" val="1110524399"/>
      </p:ext>
    </p:extLst>
  </p:cSld>
</p:sld>
</file>

<file path=ppt/slides/slide48.xml><?xml version="1.0" encoding="utf-8"?>
<p:sld xmlns:p="http://schemas.openxmlformats.org/presentationml/2006/main">
  <p:cSld>
    <p:bg>
      <p:bgPr>
        <a:solidFill xmlns:a="http://schemas.openxmlformats.org/drawingml/2006/main">
          <a:srgbClr val="F7F7F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Прямоугольник 14">
            <a:extLst xmlns:a="http://schemas.openxmlformats.org/drawingml/2006/main">
              <a:ext uri="{FF2B5EF4-FFF2-40B4-BE49-F238E27FC236}">
                <a16:creationId xmlns:a16="http://schemas.microsoft.com/office/drawing/2014/main" id="{D164923B-AA1A-4FAB-9170-8CEA18EBA1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28600"/>
            <a:ext cx="3810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9808" lnSpcReduction="1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59616E"/>
                </a:solidFill>
                <a:latin typeface="DejaVu Sans"/>
                <a:ea typeface="DejaVu Sans"/>
                <a:cs typeface="DejaVu Sans"/>
              </a:defRPr>
            </a:pPr>
            <a:r>
              <a:rPr sz="975" b="1">
                <a:solidFill>
                  <a:srgbClr val="59616E"/>
                </a:solidFill>
                <a:latin typeface="DejaVu Sans"/>
                <a:ea typeface="DejaVu Sans"/>
                <a:cs typeface="DejaVu Sans"/>
              </a:rPr>
              <a:t>ЭКРАНДАҒЫ НӘТИЖЕ</a:t>
            </a:r>
          </a:p>
        </p:txBody>
      </p:sp>
      <p:sp>
        <p:nvSpPr>
          <p:cNvPr id="2" name="Прямоугольник 1">
            <a:extLst xmlns:a="http://schemas.openxmlformats.org/drawingml/2006/main">
              <a:ext uri="{FF2B5EF4-FFF2-40B4-BE49-F238E27FC236}">
                <a16:creationId xmlns:a16="http://schemas.microsoft.com/office/drawing/2014/main" id="{76D29102-9E2C-48E9-A466-F66C97019D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552450"/>
            <a:ext cx="107632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E1420"/>
                </a:solidFill>
                <a:latin typeface="DejaVu Sans"/>
                <a:ea typeface="DejaVu Sans"/>
                <a:cs typeface="DejaVu Sans"/>
              </a:defRPr>
            </a:pPr>
            <a:r>
              <a:rPr sz="2550" b="1">
                <a:solidFill>
                  <a:srgbClr val="0E1420"/>
                </a:solidFill>
                <a:latin typeface="DejaVu Sans"/>
                <a:ea typeface="DejaVu Sans"/>
                <a:cs typeface="DejaVu Sans"/>
              </a:rPr>
              <a:t>Кейс 5. Нұсқаулық нәтижесі</a:t>
            </a:r>
          </a:p>
        </p:txBody>
      </p:sp>
      <p:sp>
        <p:nvSpPr>
          <p:cNvPr id="3" name="Скругленный прямоугольник 2">
            <a:extLst xmlns:a="http://schemas.openxmlformats.org/drawingml/2006/main">
              <a:ext uri="{FF2B5EF4-FFF2-40B4-BE49-F238E27FC236}">
                <a16:creationId xmlns:a16="http://schemas.microsoft.com/office/drawing/2014/main" id="{20DAA7B9-C1A6-49AB-A2DC-D4C94D1E10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381125"/>
            <a:ext cx="10763250" cy="3714750"/>
          </a:xfrm>
          <a:prstGeom xmlns:a="http://schemas.openxmlformats.org/drawingml/2006/main" prst="roundRect">
            <a:avLst>
              <a:gd name="adj" fmla="val 4615"/>
            </a:avLst>
          </a:prstGeom>
          <a:solidFill xmlns:a="http://schemas.openxmlformats.org/drawingml/2006/main">
            <a:srgbClr val="0E1420"/>
          </a:solidFill>
          <a:ln xmlns:a="http://schemas.openxmlformats.org/drawingml/2006/main" w="9525">
            <a:solidFill>
              <a:srgbClr val="0E142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Прямоугольник 3">
            <a:extLst xmlns:a="http://schemas.openxmlformats.org/drawingml/2006/main">
              <a:ext uri="{FF2B5EF4-FFF2-40B4-BE49-F238E27FC236}">
                <a16:creationId xmlns:a16="http://schemas.microsoft.com/office/drawing/2014/main" id="{3FDDCB6A-87D1-46CE-89C4-72260F38B3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1590675"/>
            <a:ext cx="4762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B8F238"/>
                </a:solidFill>
                <a:latin typeface="DejaVu Sans"/>
                <a:ea typeface="DejaVu Sans"/>
                <a:cs typeface="DejaVu Sans"/>
              </a:defRPr>
            </a:pPr>
            <a:r>
              <a:rPr sz="1050" b="1">
                <a:solidFill>
                  <a:srgbClr val="B8F238"/>
                </a:solidFill>
                <a:latin typeface="DejaVu Sans"/>
                <a:ea typeface="DejaVu Sans"/>
                <a:cs typeface="DejaVu Sans"/>
              </a:rPr>
              <a:t>ЖИ ЖАУАБЫНЫҢ ОҚУ ҮЛГІСІ</a:t>
            </a:r>
          </a:p>
        </p:txBody>
      </p:sp>
      <p:sp>
        <p:nvSpPr>
          <p:cNvPr id="5" name="Прямоугольник 4">
            <a:extLst xmlns:a="http://schemas.openxmlformats.org/drawingml/2006/main">
              <a:ext uri="{FF2B5EF4-FFF2-40B4-BE49-F238E27FC236}">
                <a16:creationId xmlns:a16="http://schemas.microsoft.com/office/drawing/2014/main" id="{4C8D118D-B108-4C1C-8D86-407AF532DB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2000250"/>
            <a:ext cx="233362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B8F238"/>
                </a:solidFill>
                <a:latin typeface="DejaVu Sans"/>
                <a:ea typeface="DejaVu Sans"/>
                <a:cs typeface="DejaVu Sans"/>
              </a:defRPr>
            </a:pPr>
            <a:r>
              <a:rPr sz="1350" b="1">
                <a:solidFill>
                  <a:srgbClr val="B8F238"/>
                </a:solidFill>
                <a:latin typeface="DejaVu Sans"/>
                <a:ea typeface="DejaVu Sans"/>
                <a:cs typeface="DejaVu Sans"/>
              </a:rPr>
              <a:t>Негізгі талап</a:t>
            </a:r>
          </a:p>
        </p:txBody>
      </p:sp>
      <p:sp>
        <p:nvSpPr>
          <p:cNvPr id="6" name="Прямоугольник 5">
            <a:extLst xmlns:a="http://schemas.openxmlformats.org/drawingml/2006/main">
              <a:ext uri="{FF2B5EF4-FFF2-40B4-BE49-F238E27FC236}">
                <a16:creationId xmlns:a16="http://schemas.microsoft.com/office/drawing/2014/main" id="{E4113C67-1B29-46C9-B7E8-42F777507F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2000250"/>
            <a:ext cx="7810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0">
                <a:solidFill>
                  <a:srgbClr val="FFFFFF"/>
                </a:solidFill>
                <a:latin typeface="DejaVu Sans"/>
                <a:ea typeface="DejaVu Sans"/>
                <a:cs typeface="DejaVu Sans"/>
              </a:defRPr>
            </a:pPr>
            <a:r>
              <a:rPr sz="1500" b="0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Жұмыс басталғанға дейін жауапты тұлға рұқсатты тексереді.</a:t>
            </a:r>
          </a:p>
        </p:txBody>
      </p:sp>
      <p:sp>
        <p:nvSpPr>
          <p:cNvPr id="7" name="Прямоугольник 6">
            <a:extLst xmlns:a="http://schemas.openxmlformats.org/drawingml/2006/main">
              <a:ext uri="{FF2B5EF4-FFF2-40B4-BE49-F238E27FC236}">
                <a16:creationId xmlns:a16="http://schemas.microsoft.com/office/drawing/2014/main" id="{F0D0099B-18DC-4538-BADF-DCEBE38593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2552700"/>
            <a:ext cx="233362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B8F238"/>
                </a:solidFill>
                <a:latin typeface="DejaVu Sans"/>
                <a:ea typeface="DejaVu Sans"/>
                <a:cs typeface="DejaVu Sans"/>
              </a:defRPr>
            </a:pPr>
            <a:r>
              <a:rPr sz="1350" b="1">
                <a:solidFill>
                  <a:srgbClr val="B8F238"/>
                </a:solidFill>
                <a:latin typeface="DejaVu Sans"/>
                <a:ea typeface="DejaVu Sans"/>
                <a:cs typeface="DejaVu Sans"/>
              </a:rPr>
              <a:t>Қауіпсіздік</a:t>
            </a:r>
          </a:p>
        </p:txBody>
      </p:sp>
      <p:sp>
        <p:nvSpPr>
          <p:cNvPr id="8" name="Прямоугольник 7">
            <a:extLst xmlns:a="http://schemas.openxmlformats.org/drawingml/2006/main">
              <a:ext uri="{FF2B5EF4-FFF2-40B4-BE49-F238E27FC236}">
                <a16:creationId xmlns:a16="http://schemas.microsoft.com/office/drawing/2014/main" id="{1ECFBF15-8AB4-45A0-9C48-86899BA89F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2552700"/>
            <a:ext cx="7810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0">
                <a:solidFill>
                  <a:srgbClr val="FFFFFF"/>
                </a:solidFill>
                <a:latin typeface="DejaVu Sans"/>
                <a:ea typeface="DejaVu Sans"/>
                <a:cs typeface="DejaVu Sans"/>
              </a:defRPr>
            </a:pPr>
            <a:r>
              <a:rPr sz="1500" b="0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Жеке қорғаныс құралдары оқу құжатының 2.1-бөліміне сай қолданылады.</a:t>
            </a:r>
          </a:p>
        </p:txBody>
      </p:sp>
      <p:sp>
        <p:nvSpPr>
          <p:cNvPr id="9" name="Прямоугольник 8">
            <a:extLst xmlns:a="http://schemas.openxmlformats.org/drawingml/2006/main">
              <a:ext uri="{FF2B5EF4-FFF2-40B4-BE49-F238E27FC236}">
                <a16:creationId xmlns:a16="http://schemas.microsoft.com/office/drawing/2014/main" id="{E3C0F46B-848F-47DD-A89F-90999AFED1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3105150"/>
            <a:ext cx="233362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B8F238"/>
                </a:solidFill>
                <a:latin typeface="DejaVu Sans"/>
                <a:ea typeface="DejaVu Sans"/>
                <a:cs typeface="DejaVu Sans"/>
              </a:defRPr>
            </a:pPr>
            <a:r>
              <a:rPr sz="1350" b="1">
                <a:solidFill>
                  <a:srgbClr val="B8F238"/>
                </a:solidFill>
                <a:latin typeface="DejaVu Sans"/>
                <a:ea typeface="DejaVu Sans"/>
                <a:cs typeface="DejaVu Sans"/>
              </a:rPr>
              <a:t>Тыйым</a:t>
            </a:r>
          </a:p>
        </p:txBody>
      </p:sp>
      <p:sp>
        <p:nvSpPr>
          <p:cNvPr id="10" name="Прямоугольник 9">
            <a:extLst xmlns:a="http://schemas.openxmlformats.org/drawingml/2006/main">
              <a:ext uri="{FF2B5EF4-FFF2-40B4-BE49-F238E27FC236}">
                <a16:creationId xmlns:a16="http://schemas.microsoft.com/office/drawing/2014/main" id="{3C2DB1B8-F288-425C-BBA8-BE50649C43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3105150"/>
            <a:ext cx="7810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0">
                <a:solidFill>
                  <a:srgbClr val="FFFFFF"/>
                </a:solidFill>
                <a:latin typeface="DejaVu Sans"/>
                <a:ea typeface="DejaVu Sans"/>
                <a:cs typeface="DejaVu Sans"/>
              </a:defRPr>
            </a:pPr>
            <a:r>
              <a:rPr sz="1500" b="0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Рұқсатсыз әрекет жасауға болмайды, 2.3-бөлім.</a:t>
            </a:r>
          </a:p>
        </p:txBody>
      </p:sp>
      <p:sp>
        <p:nvSpPr>
          <p:cNvPr id="11" name="Прямоугольник 10">
            <a:extLst xmlns:a="http://schemas.openxmlformats.org/drawingml/2006/main">
              <a:ext uri="{FF2B5EF4-FFF2-40B4-BE49-F238E27FC236}">
                <a16:creationId xmlns:a16="http://schemas.microsoft.com/office/drawing/2014/main" id="{E54386CF-3190-47CC-8E30-966535C035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3657600"/>
            <a:ext cx="233362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B8F238"/>
                </a:solidFill>
                <a:latin typeface="DejaVu Sans"/>
                <a:ea typeface="DejaVu Sans"/>
                <a:cs typeface="DejaVu Sans"/>
              </a:defRPr>
            </a:pPr>
            <a:r>
              <a:rPr sz="1350" b="1">
                <a:solidFill>
                  <a:srgbClr val="B8F238"/>
                </a:solidFill>
                <a:latin typeface="DejaVu Sans"/>
                <a:ea typeface="DejaVu Sans"/>
                <a:cs typeface="DejaVu Sans"/>
              </a:rPr>
              <a:t>Белгісіз тұс</a:t>
            </a:r>
          </a:p>
        </p:txBody>
      </p:sp>
      <p:sp>
        <p:nvSpPr>
          <p:cNvPr id="12" name="Прямоугольник 11">
            <a:extLst xmlns:a="http://schemas.openxmlformats.org/drawingml/2006/main">
              <a:ext uri="{FF2B5EF4-FFF2-40B4-BE49-F238E27FC236}">
                <a16:creationId xmlns:a16="http://schemas.microsoft.com/office/drawing/2014/main" id="{BE0BCBB4-DE3B-4B7E-AFE3-60241428ED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3657600"/>
            <a:ext cx="7810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0">
                <a:solidFill>
                  <a:srgbClr val="FFFFFF"/>
                </a:solidFill>
                <a:latin typeface="DejaVu Sans"/>
                <a:ea typeface="DejaVu Sans"/>
                <a:cs typeface="DejaVu Sans"/>
              </a:defRPr>
            </a:pPr>
            <a:r>
              <a:rPr sz="1500" b="0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Тексеру жиілігі үзіндіде көрсетілмеген.</a:t>
            </a:r>
          </a:p>
        </p:txBody>
      </p:sp>
      <p:sp>
        <p:nvSpPr>
          <p:cNvPr id="13" name="Прямоугольник 12">
            <a:extLst xmlns:a="http://schemas.openxmlformats.org/drawingml/2006/main">
              <a:ext uri="{FF2B5EF4-FFF2-40B4-BE49-F238E27FC236}">
                <a16:creationId xmlns:a16="http://schemas.microsoft.com/office/drawing/2014/main" id="{F72AB3D2-585C-47F4-8925-5CDB049336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5334000"/>
            <a:ext cx="107632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0E1420"/>
                </a:solidFill>
                <a:latin typeface="DejaVu Sans"/>
                <a:ea typeface="DejaVu Sans"/>
                <a:cs typeface="DejaVu Sans"/>
              </a:defRPr>
            </a:pPr>
            <a:r>
              <a:rPr sz="1350" b="1">
                <a:solidFill>
                  <a:srgbClr val="0E1420"/>
                </a:solidFill>
                <a:latin typeface="DejaVu Sans"/>
                <a:ea typeface="DejaVu Sans"/>
                <a:cs typeface="DejaVu Sans"/>
              </a:rPr>
              <a:t>Тексеру: бөлім нөмірлері ашылған құжатпен сәйкес пе және міндетті сөздер жоғалмады ма?</a:t>
            </a:r>
          </a:p>
        </p:txBody>
      </p:sp>
      <p:sp>
        <p:nvSpPr>
          <p:cNvPr id="14" name="Прямоугольник 13">
            <a:extLst xmlns:a="http://schemas.openxmlformats.org/drawingml/2006/main">
              <a:ext uri="{FF2B5EF4-FFF2-40B4-BE49-F238E27FC236}">
                <a16:creationId xmlns:a16="http://schemas.microsoft.com/office/drawing/2014/main" id="{D1BE7874-6350-44A6-8590-73E8543B41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9850"/>
            <a:ext cx="476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5679" lnSpcReduction="1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900" b="0">
                <a:solidFill>
                  <a:srgbClr val="59616E"/>
                </a:solidFill>
                <a:latin typeface="DejaVu Sans"/>
                <a:ea typeface="DejaVu Sans"/>
                <a:cs typeface="DejaVu Sans"/>
              </a:defRPr>
            </a:pPr>
            <a:r>
              <a:rPr sz="900" b="0">
                <a:solidFill>
                  <a:srgbClr val="59616E"/>
                </a:solidFill>
                <a:latin typeface="DejaVu Sans"/>
                <a:ea typeface="DejaVu Sans"/>
                <a:cs typeface="DejaVu Sans"/>
              </a:rPr>
              <a:t>48</a:t>
            </a:r>
          </a:p>
        </p:txBody>
      </p:sp>
    </p:spTree>
    <p:extLst>
      <p:ext uri="{BB962C8B-B14F-4D97-AF65-F5344CB8AC3E}">
        <p14:creationId xmlns:p14="http://schemas.microsoft.com/office/powerpoint/2010/main" val="1687204364"/>
      </p:ext>
    </p:extLst>
  </p:cSld>
</p:sld>
</file>

<file path=ppt/slides/slide49.xml><?xml version="1.0" encoding="utf-8"?>
<p:sld xmlns:p="http://schemas.openxmlformats.org/presentationml/2006/main">
  <p:cSld>
    <p:bg>
      <p:bgPr>
        <a:solidFill xmlns:a="http://schemas.openxmlformats.org/drawingml/2006/main">
          <a:srgbClr val="F7F7F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Прямоугольник 10">
            <a:extLst xmlns:a="http://schemas.openxmlformats.org/drawingml/2006/main">
              <a:ext uri="{FF2B5EF4-FFF2-40B4-BE49-F238E27FC236}">
                <a16:creationId xmlns:a16="http://schemas.microsoft.com/office/drawing/2014/main" id="{00FD0F64-7D27-482F-A0B4-C37F638B84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28600"/>
            <a:ext cx="3810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9808" lnSpcReduction="1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59616E"/>
                </a:solidFill>
                <a:latin typeface="DejaVu Sans"/>
                <a:ea typeface="DejaVu Sans"/>
                <a:cs typeface="DejaVu Sans"/>
              </a:defRPr>
            </a:pPr>
            <a:r>
              <a:rPr sz="975" b="1">
                <a:solidFill>
                  <a:srgbClr val="59616E"/>
                </a:solidFill>
                <a:latin typeface="DejaVu Sans"/>
                <a:ea typeface="DejaVu Sans"/>
                <a:cs typeface="DejaVu Sans"/>
              </a:rPr>
              <a:t>AI / КҮНДЕ</a:t>
            </a:r>
          </a:p>
        </p:txBody>
      </p:sp>
      <p:sp>
        <p:nvSpPr>
          <p:cNvPr id="2" name="Прямоугольник 1">
            <a:extLst xmlns:a="http://schemas.openxmlformats.org/drawingml/2006/main">
              <a:ext uri="{FF2B5EF4-FFF2-40B4-BE49-F238E27FC236}">
                <a16:creationId xmlns:a16="http://schemas.microsoft.com/office/drawing/2014/main" id="{0BFFEF60-9B21-4CF4-8861-75437EBFE7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552450"/>
            <a:ext cx="107632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E1420"/>
                </a:solidFill>
                <a:latin typeface="DejaVu Sans"/>
                <a:ea typeface="DejaVu Sans"/>
                <a:cs typeface="DejaVu Sans"/>
              </a:defRPr>
            </a:pPr>
            <a:r>
              <a:rPr sz="2550" b="1">
                <a:solidFill>
                  <a:srgbClr val="0E1420"/>
                </a:solidFill>
                <a:latin typeface="DejaVu Sans"/>
                <a:ea typeface="DejaVu Sans"/>
                <a:cs typeface="DejaVu Sans"/>
              </a:rPr>
              <a:t>Кейс 6. Қазақша және орысша мәтін</a:t>
            </a:r>
          </a:p>
        </p:txBody>
      </p:sp>
      <p:sp>
        <p:nvSpPr>
          <p:cNvPr id="3" name="Скругленный прямоугольник 2">
            <a:extLst xmlns:a="http://schemas.openxmlformats.org/drawingml/2006/main">
              <a:ext uri="{FF2B5EF4-FFF2-40B4-BE49-F238E27FC236}">
                <a16:creationId xmlns:a16="http://schemas.microsoft.com/office/drawing/2014/main" id="{62BF11EC-FD3D-4925-9C96-CA20AB9A11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476375"/>
            <a:ext cx="5095875" cy="3714750"/>
          </a:xfrm>
          <a:prstGeom xmlns:a="http://schemas.openxmlformats.org/drawingml/2006/main" prst="roundRect">
            <a:avLst>
              <a:gd name="adj" fmla="val 461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CC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Скругленный прямоугольник 3">
            <a:extLst xmlns:a="http://schemas.openxmlformats.org/drawingml/2006/main">
              <a:ext uri="{FF2B5EF4-FFF2-40B4-BE49-F238E27FC236}">
                <a16:creationId xmlns:a16="http://schemas.microsoft.com/office/drawing/2014/main" id="{7D485B4A-8B79-4C28-A0A0-E06B531ECC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72225" y="1476375"/>
            <a:ext cx="5095875" cy="3714750"/>
          </a:xfrm>
          <a:prstGeom xmlns:a="http://schemas.openxmlformats.org/drawingml/2006/main" prst="roundRect">
            <a:avLst>
              <a:gd name="adj" fmla="val 461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CC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5" name="Прямоугольник 4">
            <a:extLst xmlns:a="http://schemas.openxmlformats.org/drawingml/2006/main">
              <a:ext uri="{FF2B5EF4-FFF2-40B4-BE49-F238E27FC236}">
                <a16:creationId xmlns:a16="http://schemas.microsoft.com/office/drawing/2014/main" id="{5AAA9BB3-8DE3-494A-998D-E4F227A60D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1714500"/>
            <a:ext cx="42862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5652"/>
          </a:bodyPr>
          <a:lstStyle xmlns:a="http://schemas.openxmlformats.org/drawingml/2006/main"/>
          <a:p xmlns:a="http://schemas.openxmlformats.org/drawingml/2006/main">
            <a:pPr algn="l">
              <a:buNone/>
              <a:defRPr sz="1725" b="1">
                <a:solidFill>
                  <a:srgbClr val="8FCF25"/>
                </a:solidFill>
                <a:latin typeface="DejaVu Sans"/>
                <a:ea typeface="DejaVu Sans"/>
                <a:cs typeface="DejaVu Sans"/>
              </a:defRPr>
            </a:pPr>
            <a:r>
              <a:rPr sz="1725" b="1">
                <a:solidFill>
                  <a:srgbClr val="8FCF25"/>
                </a:solidFill>
                <a:latin typeface="DejaVu Sans"/>
                <a:ea typeface="DejaVu Sans"/>
                <a:cs typeface="DejaVu Sans"/>
              </a:rPr>
              <a:t>Қазақша</a:t>
            </a:r>
          </a:p>
        </p:txBody>
      </p:sp>
      <p:sp>
        <p:nvSpPr>
          <p:cNvPr id="6" name="Прямоугольник 5">
            <a:extLst xmlns:a="http://schemas.openxmlformats.org/drawingml/2006/main">
              <a:ext uri="{FF2B5EF4-FFF2-40B4-BE49-F238E27FC236}">
                <a16:creationId xmlns:a16="http://schemas.microsoft.com/office/drawing/2014/main" id="{CC35BDE4-9F33-4C62-9810-B8C3FB3810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2238375"/>
            <a:ext cx="4381500" cy="1714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650" b="0">
                <a:solidFill>
                  <a:srgbClr val="0E1420"/>
                </a:solidFill>
                <a:latin typeface="DejaVu Sans"/>
                <a:ea typeface="DejaVu Sans"/>
                <a:cs typeface="DejaVu Sans"/>
              </a:defRPr>
            </a:pPr>
            <a:r>
              <a:rPr sz="1650" b="0">
                <a:solidFill>
                  <a:srgbClr val="0E1420"/>
                </a:solidFill>
                <a:latin typeface="DejaVu Sans"/>
                <a:ea typeface="DejaVu Sans"/>
                <a:cs typeface="DejaVu Sans"/>
              </a:rPr>
              <a:t>Техникалық қызмет көрсету 25 қыркүйекте жүргізіледі. Жұмыс аймағына кіру уақытша шектеледі. Қосымша ақпаратты жауапты бөлімнен алыңыз.</a:t>
            </a:r>
          </a:p>
        </p:txBody>
      </p:sp>
      <p:sp>
        <p:nvSpPr>
          <p:cNvPr id="7" name="Прямоугольник 6">
            <a:extLst xmlns:a="http://schemas.openxmlformats.org/drawingml/2006/main">
              <a:ext uri="{FF2B5EF4-FFF2-40B4-BE49-F238E27FC236}">
                <a16:creationId xmlns:a16="http://schemas.microsoft.com/office/drawing/2014/main" id="{A76FA3BA-65E5-46BF-A5CE-59D5FAC616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9875" y="1714500"/>
            <a:ext cx="42862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5652"/>
          </a:bodyPr>
          <a:lstStyle xmlns:a="http://schemas.openxmlformats.org/drawingml/2006/main"/>
          <a:p xmlns:a="http://schemas.openxmlformats.org/drawingml/2006/main">
            <a:pPr algn="l">
              <a:buNone/>
              <a:defRPr sz="1725" b="1">
                <a:solidFill>
                  <a:srgbClr val="8FCF25"/>
                </a:solidFill>
                <a:latin typeface="DejaVu Sans"/>
                <a:ea typeface="DejaVu Sans"/>
                <a:cs typeface="DejaVu Sans"/>
              </a:defRPr>
            </a:pPr>
            <a:r>
              <a:rPr sz="1725" b="1">
                <a:solidFill>
                  <a:srgbClr val="8FCF25"/>
                </a:solidFill>
                <a:latin typeface="DejaVu Sans"/>
                <a:ea typeface="DejaVu Sans"/>
                <a:cs typeface="DejaVu Sans"/>
              </a:rPr>
              <a:t>Русский</a:t>
            </a:r>
          </a:p>
        </p:txBody>
      </p:sp>
      <p:sp>
        <p:nvSpPr>
          <p:cNvPr id="8" name="Прямоугольник 7">
            <a:extLst xmlns:a="http://schemas.openxmlformats.org/drawingml/2006/main">
              <a:ext uri="{FF2B5EF4-FFF2-40B4-BE49-F238E27FC236}">
                <a16:creationId xmlns:a16="http://schemas.microsoft.com/office/drawing/2014/main" id="{F904833A-12B8-47D0-A558-9E27918A19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9875" y="2238375"/>
            <a:ext cx="4381500" cy="1714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650" b="0">
                <a:solidFill>
                  <a:srgbClr val="0E1420"/>
                </a:solidFill>
                <a:latin typeface="DejaVu Sans"/>
                <a:ea typeface="DejaVu Sans"/>
                <a:cs typeface="DejaVu Sans"/>
              </a:defRPr>
            </a:pPr>
            <a:r>
              <a:rPr sz="1650" b="0">
                <a:solidFill>
                  <a:srgbClr val="0E1420"/>
                </a:solidFill>
                <a:latin typeface="DejaVu Sans"/>
                <a:ea typeface="DejaVu Sans"/>
                <a:cs typeface="DejaVu Sans"/>
              </a:rPr>
              <a:t>Техническое обслуживание состоится 25 сентября. Доступ в рабочую зону будет временно ограничен. Дополнительную информацию уточняйте в ответственном подразделении.</a:t>
            </a:r>
          </a:p>
        </p:txBody>
      </p:sp>
      <p:sp>
        <p:nvSpPr>
          <p:cNvPr id="9" name="Прямоугольник 8">
            <a:extLst xmlns:a="http://schemas.openxmlformats.org/drawingml/2006/main">
              <a:ext uri="{FF2B5EF4-FFF2-40B4-BE49-F238E27FC236}">
                <a16:creationId xmlns:a16="http://schemas.microsoft.com/office/drawing/2014/main" id="{0BD6AFE3-A506-4A2A-89B8-1863E05432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5524500"/>
            <a:ext cx="107632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575" b="1">
                <a:solidFill>
                  <a:srgbClr val="0E1420"/>
                </a:solidFill>
                <a:latin typeface="DejaVu Sans"/>
                <a:ea typeface="DejaVu Sans"/>
                <a:cs typeface="DejaVu Sans"/>
              </a:defRPr>
            </a:pPr>
            <a:r>
              <a:rPr sz="1575" b="1">
                <a:solidFill>
                  <a:srgbClr val="0E1420"/>
                </a:solidFill>
                <a:latin typeface="DejaVu Sans"/>
                <a:ea typeface="DejaVu Sans"/>
                <a:cs typeface="DejaVu Sans"/>
              </a:rPr>
              <a:t>Тексеру: күн, шектеу және әрекет екі тілде бірдей ме?</a:t>
            </a:r>
          </a:p>
        </p:txBody>
      </p:sp>
      <p:sp>
        <p:nvSpPr>
          <p:cNvPr id="10" name="Прямоугольник 9">
            <a:extLst xmlns:a="http://schemas.openxmlformats.org/drawingml/2006/main">
              <a:ext uri="{FF2B5EF4-FFF2-40B4-BE49-F238E27FC236}">
                <a16:creationId xmlns:a16="http://schemas.microsoft.com/office/drawing/2014/main" id="{64A48FE8-FB65-40CF-9898-D469BCEB1E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9850"/>
            <a:ext cx="476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5679" lnSpcReduction="1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900" b="0">
                <a:solidFill>
                  <a:srgbClr val="59616E"/>
                </a:solidFill>
                <a:latin typeface="DejaVu Sans"/>
                <a:ea typeface="DejaVu Sans"/>
                <a:cs typeface="DejaVu Sans"/>
              </a:defRPr>
            </a:pPr>
            <a:r>
              <a:rPr sz="900" b="0">
                <a:solidFill>
                  <a:srgbClr val="59616E"/>
                </a:solidFill>
                <a:latin typeface="DejaVu Sans"/>
                <a:ea typeface="DejaVu Sans"/>
                <a:cs typeface="DejaVu Sans"/>
              </a:rPr>
              <a:t>49</a:t>
            </a:r>
          </a:p>
        </p:txBody>
      </p:sp>
    </p:spTree>
    <p:extLst>
      <p:ext uri="{BB962C8B-B14F-4D97-AF65-F5344CB8AC3E}">
        <p14:creationId xmlns:p14="http://schemas.microsoft.com/office/powerpoint/2010/main" val="1537773817"/>
      </p:ext>
    </p:extLst>
  </p:cSld>
</p:sld>
</file>

<file path=ppt/slides/slide50.xml><?xml version="1.0" encoding="utf-8"?>
<p:sld xmlns:p="http://schemas.openxmlformats.org/presentationml/2006/main">
  <p:cSld>
    <p:bg>
      <p:bgPr>
        <a:solidFill xmlns:a="http://schemas.openxmlformats.org/drawingml/2006/main">
          <a:srgbClr val="F7F7F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Прямоугольник 14">
            <a:extLst xmlns:a="http://schemas.openxmlformats.org/drawingml/2006/main">
              <a:ext uri="{FF2B5EF4-FFF2-40B4-BE49-F238E27FC236}">
                <a16:creationId xmlns:a16="http://schemas.microsoft.com/office/drawing/2014/main" id="{87CCF88B-DB0E-49B1-9FBA-5CF68FA9BD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28600"/>
            <a:ext cx="3810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9808" lnSpcReduction="1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59616E"/>
                </a:solidFill>
                <a:latin typeface="DejaVu Sans"/>
                <a:ea typeface="DejaVu Sans"/>
                <a:cs typeface="DejaVu Sans"/>
              </a:defRPr>
            </a:pPr>
            <a:r>
              <a:rPr sz="975" b="1">
                <a:solidFill>
                  <a:srgbClr val="59616E"/>
                </a:solidFill>
                <a:latin typeface="DejaVu Sans"/>
                <a:ea typeface="DejaVu Sans"/>
                <a:cs typeface="DejaVu Sans"/>
              </a:rPr>
              <a:t>AI / КҮНДЕ</a:t>
            </a:r>
          </a:p>
        </p:txBody>
      </p:sp>
      <p:sp>
        <p:nvSpPr>
          <p:cNvPr id="2" name="Прямоугольник 1">
            <a:extLst xmlns:a="http://schemas.openxmlformats.org/drawingml/2006/main">
              <a:ext uri="{FF2B5EF4-FFF2-40B4-BE49-F238E27FC236}">
                <a16:creationId xmlns:a16="http://schemas.microsoft.com/office/drawing/2014/main" id="{DE3F932C-3A4A-4D14-9DF0-AAA301D75E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552450"/>
            <a:ext cx="107632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E1420"/>
                </a:solidFill>
                <a:latin typeface="DejaVu Sans"/>
                <a:ea typeface="DejaVu Sans"/>
                <a:cs typeface="DejaVu Sans"/>
              </a:defRPr>
            </a:pPr>
            <a:r>
              <a:rPr sz="2550" b="1">
                <a:solidFill>
                  <a:srgbClr val="0E1420"/>
                </a:solidFill>
                <a:latin typeface="DejaVu Sans"/>
                <a:ea typeface="DejaVu Sans"/>
                <a:cs typeface="DejaVu Sans"/>
              </a:rPr>
              <a:t>Кейс 7. Мәтіннен презентация</a:t>
            </a:r>
          </a:p>
        </p:txBody>
      </p:sp>
      <p:sp>
        <p:nvSpPr>
          <p:cNvPr id="3" name="Прямоугольник 2">
            <a:extLst xmlns:a="http://schemas.openxmlformats.org/drawingml/2006/main">
              <a:ext uri="{FF2B5EF4-FFF2-40B4-BE49-F238E27FC236}">
                <a16:creationId xmlns:a16="http://schemas.microsoft.com/office/drawing/2014/main" id="{BE94DC12-2EC5-4013-B8D9-A4D73BBD32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1476375"/>
            <a:ext cx="42862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650" b="1">
                <a:solidFill>
                  <a:srgbClr val="8FCF25"/>
                </a:solidFill>
                <a:latin typeface="DejaVu Sans"/>
                <a:ea typeface="DejaVu Sans"/>
                <a:cs typeface="DejaVu Sans"/>
              </a:defRPr>
            </a:pPr>
            <a:r>
              <a:rPr sz="1650" b="1">
                <a:solidFill>
                  <a:srgbClr val="8FCF25"/>
                </a:solidFill>
                <a:latin typeface="DejaVu Sans"/>
                <a:ea typeface="DejaVu Sans"/>
                <a:cs typeface="DejaVu Sans"/>
              </a:rPr>
              <a:t>1</a:t>
            </a:r>
          </a:p>
        </p:txBody>
      </p:sp>
      <p:sp>
        <p:nvSpPr>
          <p:cNvPr id="4" name="Прямоугольник 3">
            <a:extLst xmlns:a="http://schemas.openxmlformats.org/drawingml/2006/main">
              <a:ext uri="{FF2B5EF4-FFF2-40B4-BE49-F238E27FC236}">
                <a16:creationId xmlns:a16="http://schemas.microsoft.com/office/drawing/2014/main" id="{EC05B312-D423-4CB1-894E-B05A93FAC5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1476375"/>
            <a:ext cx="90487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725" b="1">
                <a:solidFill>
                  <a:srgbClr val="0E1420"/>
                </a:solidFill>
                <a:latin typeface="DejaVu Sans"/>
                <a:ea typeface="DejaVu Sans"/>
                <a:cs typeface="DejaVu Sans"/>
              </a:defRPr>
            </a:pPr>
            <a:r>
              <a:rPr sz="1725" b="1">
                <a:solidFill>
                  <a:srgbClr val="0E1420"/>
                </a:solidFill>
                <a:latin typeface="DejaVu Sans"/>
                <a:ea typeface="DejaVu Sans"/>
                <a:cs typeface="DejaVu Sans"/>
              </a:rPr>
              <a:t>Тексерілген мәтінді дайындау</a:t>
            </a:r>
          </a:p>
        </p:txBody>
      </p:sp>
      <p:sp>
        <p:nvSpPr>
          <p:cNvPr id="5" name="Прямоугольник 4">
            <a:extLst xmlns:a="http://schemas.openxmlformats.org/drawingml/2006/main">
              <a:ext uri="{FF2B5EF4-FFF2-40B4-BE49-F238E27FC236}">
                <a16:creationId xmlns:a16="http://schemas.microsoft.com/office/drawing/2014/main" id="{999575C1-6642-4EF2-80A2-9DE8FC0CC1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257425"/>
            <a:ext cx="42862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650" b="1">
                <a:solidFill>
                  <a:srgbClr val="8FCF25"/>
                </a:solidFill>
                <a:latin typeface="DejaVu Sans"/>
                <a:ea typeface="DejaVu Sans"/>
                <a:cs typeface="DejaVu Sans"/>
              </a:defRPr>
            </a:pPr>
            <a:r>
              <a:rPr sz="1650" b="1">
                <a:solidFill>
                  <a:srgbClr val="8FCF25"/>
                </a:solidFill>
                <a:latin typeface="DejaVu Sans"/>
                <a:ea typeface="DejaVu Sans"/>
                <a:cs typeface="DejaVu Sans"/>
              </a:rPr>
              <a:t>2</a:t>
            </a:r>
          </a:p>
        </p:txBody>
      </p:sp>
      <p:sp>
        <p:nvSpPr>
          <p:cNvPr id="6" name="Прямоугольник 5">
            <a:extLst xmlns:a="http://schemas.openxmlformats.org/drawingml/2006/main">
              <a:ext uri="{FF2B5EF4-FFF2-40B4-BE49-F238E27FC236}">
                <a16:creationId xmlns:a16="http://schemas.microsoft.com/office/drawing/2014/main" id="{0DDE3875-28BD-4CCF-A202-1B78998C45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2257425"/>
            <a:ext cx="90487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725" b="0">
                <a:solidFill>
                  <a:srgbClr val="0E1420"/>
                </a:solidFill>
                <a:latin typeface="DejaVu Sans"/>
                <a:ea typeface="DejaVu Sans"/>
                <a:cs typeface="DejaVu Sans"/>
              </a:defRPr>
            </a:pPr>
            <a:r>
              <a:rPr sz="1725" b="0">
                <a:solidFill>
                  <a:srgbClr val="0E1420"/>
                </a:solidFill>
                <a:latin typeface="DejaVu Sans"/>
                <a:ea typeface="DejaVu Sans"/>
                <a:cs typeface="DejaVu Sans"/>
              </a:rPr>
              <a:t>Аудитория мен мақсатты көрсету</a:t>
            </a:r>
          </a:p>
        </p:txBody>
      </p:sp>
      <p:sp>
        <p:nvSpPr>
          <p:cNvPr id="7" name="Прямоугольник 6">
            <a:extLst xmlns:a="http://schemas.openxmlformats.org/drawingml/2006/main">
              <a:ext uri="{FF2B5EF4-FFF2-40B4-BE49-F238E27FC236}">
                <a16:creationId xmlns:a16="http://schemas.microsoft.com/office/drawing/2014/main" id="{44DECCFC-3759-4709-99AF-F041B9EDC2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038475"/>
            <a:ext cx="42862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650" b="1">
                <a:solidFill>
                  <a:srgbClr val="8FCF25"/>
                </a:solidFill>
                <a:latin typeface="DejaVu Sans"/>
                <a:ea typeface="DejaVu Sans"/>
                <a:cs typeface="DejaVu Sans"/>
              </a:defRPr>
            </a:pPr>
            <a:r>
              <a:rPr sz="1650" b="1">
                <a:solidFill>
                  <a:srgbClr val="8FCF25"/>
                </a:solidFill>
                <a:latin typeface="DejaVu Sans"/>
                <a:ea typeface="DejaVu Sans"/>
                <a:cs typeface="DejaVu Sans"/>
              </a:rPr>
              <a:t>3</a:t>
            </a:r>
          </a:p>
        </p:txBody>
      </p:sp>
      <p:sp>
        <p:nvSpPr>
          <p:cNvPr id="8" name="Прямоугольник 7">
            <a:extLst xmlns:a="http://schemas.openxmlformats.org/drawingml/2006/main">
              <a:ext uri="{FF2B5EF4-FFF2-40B4-BE49-F238E27FC236}">
                <a16:creationId xmlns:a16="http://schemas.microsoft.com/office/drawing/2014/main" id="{13C0213E-2BF5-4A44-AE29-90FA001F48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3038475"/>
            <a:ext cx="90487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725" b="0">
                <a:solidFill>
                  <a:srgbClr val="0E1420"/>
                </a:solidFill>
                <a:latin typeface="DejaVu Sans"/>
                <a:ea typeface="DejaVu Sans"/>
                <a:cs typeface="DejaVu Sans"/>
              </a:defRPr>
            </a:pPr>
            <a:r>
              <a:rPr sz="1725" b="0">
                <a:solidFill>
                  <a:srgbClr val="0E1420"/>
                </a:solidFill>
                <a:latin typeface="DejaVu Sans"/>
                <a:ea typeface="DejaVu Sans"/>
                <a:cs typeface="DejaVu Sans"/>
              </a:rPr>
              <a:t>10 слайдтық құрылым сұрау</a:t>
            </a:r>
          </a:p>
        </p:txBody>
      </p:sp>
      <p:sp>
        <p:nvSpPr>
          <p:cNvPr id="9" name="Прямоугольник 8">
            <a:extLst xmlns:a="http://schemas.openxmlformats.org/drawingml/2006/main">
              <a:ext uri="{FF2B5EF4-FFF2-40B4-BE49-F238E27FC236}">
                <a16:creationId xmlns:a16="http://schemas.microsoft.com/office/drawing/2014/main" id="{976F3D20-0822-4860-917D-A264840769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819525"/>
            <a:ext cx="42862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650" b="1">
                <a:solidFill>
                  <a:srgbClr val="8FCF25"/>
                </a:solidFill>
                <a:latin typeface="DejaVu Sans"/>
                <a:ea typeface="DejaVu Sans"/>
                <a:cs typeface="DejaVu Sans"/>
              </a:defRPr>
            </a:pPr>
            <a:r>
              <a:rPr sz="1650" b="1">
                <a:solidFill>
                  <a:srgbClr val="8FCF25"/>
                </a:solidFill>
                <a:latin typeface="DejaVu Sans"/>
                <a:ea typeface="DejaVu Sans"/>
                <a:cs typeface="DejaVu Sans"/>
              </a:rPr>
              <a:t>4</a:t>
            </a:r>
          </a:p>
        </p:txBody>
      </p:sp>
      <p:sp>
        <p:nvSpPr>
          <p:cNvPr id="10" name="Прямоугольник 9">
            <a:extLst xmlns:a="http://schemas.openxmlformats.org/drawingml/2006/main">
              <a:ext uri="{FF2B5EF4-FFF2-40B4-BE49-F238E27FC236}">
                <a16:creationId xmlns:a16="http://schemas.microsoft.com/office/drawing/2014/main" id="{2BFF705E-5FA0-4F4D-8EB9-F1511A6558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3819525"/>
            <a:ext cx="90487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725" b="0">
                <a:solidFill>
                  <a:srgbClr val="0E1420"/>
                </a:solidFill>
                <a:latin typeface="DejaVu Sans"/>
                <a:ea typeface="DejaVu Sans"/>
                <a:cs typeface="DejaVu Sans"/>
              </a:defRPr>
            </a:pPr>
            <a:r>
              <a:rPr sz="1725" b="0">
                <a:solidFill>
                  <a:srgbClr val="0E1420"/>
                </a:solidFill>
                <a:latin typeface="DejaVu Sans"/>
                <a:ea typeface="DejaVu Sans"/>
                <a:cs typeface="DejaVu Sans"/>
              </a:rPr>
              <a:t>Әр слайдтың мәтінін қысқарту</a:t>
            </a:r>
          </a:p>
        </p:txBody>
      </p:sp>
      <p:sp>
        <p:nvSpPr>
          <p:cNvPr id="11" name="Прямоугольник 10">
            <a:extLst xmlns:a="http://schemas.openxmlformats.org/drawingml/2006/main">
              <a:ext uri="{FF2B5EF4-FFF2-40B4-BE49-F238E27FC236}">
                <a16:creationId xmlns:a16="http://schemas.microsoft.com/office/drawing/2014/main" id="{0A149209-7046-4D80-9BC5-34E2A0F1CC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4600575"/>
            <a:ext cx="42862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650" b="1">
                <a:solidFill>
                  <a:srgbClr val="8FCF25"/>
                </a:solidFill>
                <a:latin typeface="DejaVu Sans"/>
                <a:ea typeface="DejaVu Sans"/>
                <a:cs typeface="DejaVu Sans"/>
              </a:defRPr>
            </a:pPr>
            <a:r>
              <a:rPr sz="1650" b="1">
                <a:solidFill>
                  <a:srgbClr val="8FCF25"/>
                </a:solidFill>
                <a:latin typeface="DejaVu Sans"/>
                <a:ea typeface="DejaVu Sans"/>
                <a:cs typeface="DejaVu Sans"/>
              </a:rPr>
              <a:t>5</a:t>
            </a:r>
          </a:p>
        </p:txBody>
      </p:sp>
      <p:sp>
        <p:nvSpPr>
          <p:cNvPr id="12" name="Прямоугольник 11">
            <a:extLst xmlns:a="http://schemas.openxmlformats.org/drawingml/2006/main">
              <a:ext uri="{FF2B5EF4-FFF2-40B4-BE49-F238E27FC236}">
                <a16:creationId xmlns:a16="http://schemas.microsoft.com/office/drawing/2014/main" id="{D7BAAC02-DBBA-4A0B-B77A-7988904D27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4600575"/>
            <a:ext cx="90487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725" b="0">
                <a:solidFill>
                  <a:srgbClr val="0E1420"/>
                </a:solidFill>
                <a:latin typeface="DejaVu Sans"/>
                <a:ea typeface="DejaVu Sans"/>
                <a:cs typeface="DejaVu Sans"/>
              </a:defRPr>
            </a:pPr>
            <a:r>
              <a:rPr sz="1725" b="0">
                <a:solidFill>
                  <a:srgbClr val="0E1420"/>
                </a:solidFill>
                <a:latin typeface="DejaVu Sans"/>
                <a:ea typeface="DejaVu Sans"/>
                <a:cs typeface="DejaVu Sans"/>
              </a:rPr>
              <a:t>Фактілер мен көріністі тексеру</a:t>
            </a:r>
          </a:p>
        </p:txBody>
      </p:sp>
      <p:sp>
        <p:nvSpPr>
          <p:cNvPr id="13" name="Прямоугольник 12">
            <a:extLst xmlns:a="http://schemas.openxmlformats.org/drawingml/2006/main">
              <a:ext uri="{FF2B5EF4-FFF2-40B4-BE49-F238E27FC236}">
                <a16:creationId xmlns:a16="http://schemas.microsoft.com/office/drawing/2014/main" id="{9AF3C79A-C2C9-4800-88EA-59A278D30F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5619750"/>
            <a:ext cx="107632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8FCF25"/>
                </a:solidFill>
                <a:latin typeface="DejaVu Sans"/>
                <a:ea typeface="DejaVu Sans"/>
                <a:cs typeface="DejaVu Sans"/>
              </a:defRPr>
            </a:pPr>
            <a:r>
              <a:rPr sz="1350" b="1">
                <a:solidFill>
                  <a:srgbClr val="8FCF25"/>
                </a:solidFill>
                <a:latin typeface="DejaVu Sans"/>
                <a:ea typeface="DejaVu Sans"/>
                <a:cs typeface="DejaVu Sans"/>
              </a:rPr>
              <a:t>Сұрау: «Осы есептен басшылыққа арналған 10 слайдтық құрылым жаса. Әр слайдта бір негізгі ой болсын»</a:t>
            </a:r>
          </a:p>
        </p:txBody>
      </p:sp>
      <p:sp>
        <p:nvSpPr>
          <p:cNvPr id="14" name="Прямоугольник 13">
            <a:extLst xmlns:a="http://schemas.openxmlformats.org/drawingml/2006/main">
              <a:ext uri="{FF2B5EF4-FFF2-40B4-BE49-F238E27FC236}">
                <a16:creationId xmlns:a16="http://schemas.microsoft.com/office/drawing/2014/main" id="{6E729F42-6CAA-4D36-9385-4C952FF151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9850"/>
            <a:ext cx="476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5679" lnSpcReduction="1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900" b="0">
                <a:solidFill>
                  <a:srgbClr val="59616E"/>
                </a:solidFill>
                <a:latin typeface="DejaVu Sans"/>
                <a:ea typeface="DejaVu Sans"/>
                <a:cs typeface="DejaVu Sans"/>
              </a:defRPr>
            </a:pPr>
            <a:r>
              <a:rPr sz="900" b="0">
                <a:solidFill>
                  <a:srgbClr val="59616E"/>
                </a:solidFill>
                <a:latin typeface="DejaVu Sans"/>
                <a:ea typeface="DejaVu Sans"/>
                <a:cs typeface="DejaVu Sans"/>
              </a:rPr>
              <a:t>50</a:t>
            </a:r>
          </a:p>
        </p:txBody>
      </p:sp>
      <p:pic>
        <p:nvPicPr>
          <p:cNvPr id="31" name="Рисунок 16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e66b8a06fbc4728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5471885" y="1271852"/>
            <a:ext cx="6473372" cy="36580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70832698"/>
      </p:ext>
    </p:extLst>
  </p:cSld>
</p:sld>
</file>

<file path=ppt/slides/slide51.xml><?xml version="1.0" encoding="utf-8"?>
<p:sld xmlns:p="http://schemas.openxmlformats.org/presentationml/2006/main">
  <p:cSld>
    <p:bg>
      <p:bgPr>
        <a:solidFill xmlns:a="http://schemas.openxmlformats.org/drawingml/2006/main">
          <a:srgbClr val="F7F7F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Прямоугольник 8">
            <a:extLst xmlns:a="http://schemas.openxmlformats.org/drawingml/2006/main">
              <a:ext uri="{FF2B5EF4-FFF2-40B4-BE49-F238E27FC236}">
                <a16:creationId xmlns:a16="http://schemas.microsoft.com/office/drawing/2014/main" id="{807AE2FE-36E7-4EFC-AFAE-B39E0F46E0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28600"/>
            <a:ext cx="3810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9808" lnSpcReduction="1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59616E"/>
                </a:solidFill>
                <a:latin typeface="DejaVu Sans"/>
                <a:ea typeface="DejaVu Sans"/>
                <a:cs typeface="DejaVu Sans"/>
              </a:defRPr>
            </a:pPr>
            <a:r>
              <a:rPr sz="975" b="1">
                <a:solidFill>
                  <a:srgbClr val="59616E"/>
                </a:solidFill>
                <a:latin typeface="DejaVu Sans"/>
                <a:ea typeface="DejaVu Sans"/>
                <a:cs typeface="DejaVu Sans"/>
              </a:rPr>
              <a:t>ПРАКТИКА</a:t>
            </a:r>
          </a:p>
        </p:txBody>
      </p:sp>
      <p:sp>
        <p:nvSpPr>
          <p:cNvPr id="2" name="Прямоугольник 1">
            <a:extLst xmlns:a="http://schemas.openxmlformats.org/drawingml/2006/main">
              <a:ext uri="{FF2B5EF4-FFF2-40B4-BE49-F238E27FC236}">
                <a16:creationId xmlns:a16="http://schemas.microsoft.com/office/drawing/2014/main" id="{2CD6319B-2781-4E46-BDCC-D5EAC187FD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552450"/>
            <a:ext cx="107632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E1420"/>
                </a:solidFill>
                <a:latin typeface="DejaVu Sans"/>
                <a:ea typeface="DejaVu Sans"/>
                <a:cs typeface="DejaVu Sans"/>
              </a:defRPr>
            </a:pPr>
            <a:r>
              <a:rPr sz="2550" b="1">
                <a:solidFill>
                  <a:srgbClr val="0E1420"/>
                </a:solidFill>
                <a:latin typeface="DejaVu Sans"/>
                <a:ea typeface="DejaVu Sans"/>
                <a:cs typeface="DejaVu Sans"/>
              </a:rPr>
              <a:t>Кейс 8. Қауіпсіздік бойынша оқу тесті</a:t>
            </a:r>
          </a:p>
        </p:txBody>
      </p:sp>
      <p:sp>
        <p:nvSpPr>
          <p:cNvPr id="3" name="Прямоугольник 2">
            <a:extLst xmlns:a="http://schemas.openxmlformats.org/drawingml/2006/main">
              <a:ext uri="{FF2B5EF4-FFF2-40B4-BE49-F238E27FC236}">
                <a16:creationId xmlns:a16="http://schemas.microsoft.com/office/drawing/2014/main" id="{E491DFDC-A924-4F70-A476-D5C458617B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257300"/>
            <a:ext cx="10763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59616E"/>
                </a:solidFill>
                <a:latin typeface="DejaVu Sans"/>
                <a:ea typeface="DejaVu Sans"/>
                <a:cs typeface="DejaVu Sans"/>
              </a:defRPr>
            </a:pPr>
            <a:r>
              <a:rPr sz="1350" b="0">
                <a:solidFill>
                  <a:srgbClr val="59616E"/>
                </a:solidFill>
                <a:latin typeface="DejaVu Sans"/>
                <a:ea typeface="DejaVu Sans"/>
                <a:cs typeface="DejaVu Sans"/>
              </a:rPr>
              <a:t>Тест тек бекітілген оқу материалына сүйенеді</a:t>
            </a:r>
          </a:p>
        </p:txBody>
      </p:sp>
      <p:sp>
        <p:nvSpPr>
          <p:cNvPr id="4" name="Скругленный прямоугольник 3">
            <a:extLst xmlns:a="http://schemas.openxmlformats.org/drawingml/2006/main">
              <a:ext uri="{FF2B5EF4-FFF2-40B4-BE49-F238E27FC236}">
                <a16:creationId xmlns:a16="http://schemas.microsoft.com/office/drawing/2014/main" id="{3F65AE6B-DCB0-435B-AEAF-7E92B3FA38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809750"/>
            <a:ext cx="10763250" cy="3048000"/>
          </a:xfrm>
          <a:prstGeom xmlns:a="http://schemas.openxmlformats.org/drawingml/2006/main" prst="roundRect">
            <a:avLst>
              <a:gd name="adj" fmla="val 5625"/>
            </a:avLst>
          </a:prstGeom>
          <a:solidFill xmlns:a="http://schemas.openxmlformats.org/drawingml/2006/main">
            <a:srgbClr val="0E1420"/>
          </a:solidFill>
          <a:ln xmlns:a="http://schemas.openxmlformats.org/drawingml/2006/main" w="9525">
            <a:solidFill>
              <a:srgbClr val="0E142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5" name="Прямоугольник 4">
            <a:extLst xmlns:a="http://schemas.openxmlformats.org/drawingml/2006/main">
              <a:ext uri="{FF2B5EF4-FFF2-40B4-BE49-F238E27FC236}">
                <a16:creationId xmlns:a16="http://schemas.microsoft.com/office/drawing/2014/main" id="{ADFA6A25-AF92-4A99-8CA3-398BF8AA74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2038350"/>
            <a:ext cx="1238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B8F238"/>
                </a:solidFill>
                <a:latin typeface="DejaVu Sans"/>
                <a:ea typeface="DejaVu Sans"/>
                <a:cs typeface="DejaVu Sans"/>
              </a:defRPr>
            </a:pPr>
            <a:r>
              <a:rPr sz="1050" b="1">
                <a:solidFill>
                  <a:srgbClr val="B8F238"/>
                </a:solidFill>
                <a:latin typeface="DejaVu Sans"/>
                <a:ea typeface="DejaVu Sans"/>
                <a:cs typeface="DejaVu Sans"/>
              </a:rPr>
              <a:t>СҰРАУ</a:t>
            </a:r>
          </a:p>
        </p:txBody>
      </p:sp>
      <p:sp>
        <p:nvSpPr>
          <p:cNvPr id="6" name="Прямоугольник 5">
            <a:extLst xmlns:a="http://schemas.openxmlformats.org/drawingml/2006/main">
              <a:ext uri="{FF2B5EF4-FFF2-40B4-BE49-F238E27FC236}">
                <a16:creationId xmlns:a16="http://schemas.microsoft.com/office/drawing/2014/main" id="{36E6CA49-CC34-46B9-8105-CFE3C05387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2400300"/>
            <a:ext cx="10287000" cy="2095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875" b="0">
                <a:solidFill>
                  <a:srgbClr val="FFFFFF"/>
                </a:solidFill>
                <a:latin typeface="DejaVu Sans"/>
                <a:ea typeface="DejaVu Sans"/>
                <a:cs typeface="DejaVu Sans"/>
              </a:defRPr>
            </a:pPr>
            <a:r>
              <a:rPr sz="1875" b="0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Берілген оқу нұсқаулығына сүйеніп, қызметкерлерге арналған 8 жағдаяттық сұрақ дайында. Әр сұрақта 4 жауап нұсқасы болсын. Дұрыс жауап пен қысқа түсіндірмені бөлек кілтте көрсет. Құжатта жоқ ережені қоспа. [ОҚУ НҰСҚАУЛЫҒЫ]</a:t>
            </a:r>
          </a:p>
        </p:txBody>
      </p:sp>
      <p:sp>
        <p:nvSpPr>
          <p:cNvPr id="7" name="Прямоугольник 6">
            <a:extLst xmlns:a="http://schemas.openxmlformats.org/drawingml/2006/main">
              <a:ext uri="{FF2B5EF4-FFF2-40B4-BE49-F238E27FC236}">
                <a16:creationId xmlns:a16="http://schemas.microsoft.com/office/drawing/2014/main" id="{3C0E5685-7FCF-435B-99A8-07BD43AE3D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5143500"/>
            <a:ext cx="10763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59616E"/>
                </a:solidFill>
                <a:latin typeface="DejaVu Sans"/>
                <a:ea typeface="DejaVu Sans"/>
                <a:cs typeface="DejaVu Sans"/>
              </a:defRPr>
            </a:pPr>
            <a:r>
              <a:rPr sz="1200" b="0">
                <a:solidFill>
                  <a:srgbClr val="59616E"/>
                </a:solidFill>
                <a:latin typeface="DejaVu Sans"/>
                <a:ea typeface="DejaVu Sans"/>
                <a:cs typeface="DejaVu Sans"/>
              </a:rPr>
              <a:t>Оқу үлгісі. Құпия және жеке деректерді енгізбейміз.</a:t>
            </a:r>
          </a:p>
        </p:txBody>
      </p:sp>
      <p:sp>
        <p:nvSpPr>
          <p:cNvPr id="8" name="Прямоугольник 7">
            <a:extLst xmlns:a="http://schemas.openxmlformats.org/drawingml/2006/main">
              <a:ext uri="{FF2B5EF4-FFF2-40B4-BE49-F238E27FC236}">
                <a16:creationId xmlns:a16="http://schemas.microsoft.com/office/drawing/2014/main" id="{21020F17-2EB8-4403-846B-E387D33656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9850"/>
            <a:ext cx="476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5679" lnSpcReduction="1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900" b="0">
                <a:solidFill>
                  <a:srgbClr val="59616E"/>
                </a:solidFill>
                <a:latin typeface="DejaVu Sans"/>
                <a:ea typeface="DejaVu Sans"/>
                <a:cs typeface="DejaVu Sans"/>
              </a:defRPr>
            </a:pPr>
            <a:r>
              <a:rPr sz="900" b="0">
                <a:solidFill>
                  <a:srgbClr val="59616E"/>
                </a:solidFill>
                <a:latin typeface="DejaVu Sans"/>
                <a:ea typeface="DejaVu Sans"/>
                <a:cs typeface="DejaVu Sans"/>
              </a:rPr>
              <a:t>51</a:t>
            </a:r>
          </a:p>
        </p:txBody>
      </p:sp>
    </p:spTree>
    <p:extLst>
      <p:ext uri="{BB962C8B-B14F-4D97-AF65-F5344CB8AC3E}">
        <p14:creationId xmlns:p14="http://schemas.microsoft.com/office/powerpoint/2010/main" val="2060345349"/>
      </p:ext>
    </p:extLst>
  </p:cSld>
</p:sld>
</file>

<file path=ppt/slides/slide52.xml><?xml version="1.0" encoding="utf-8"?>
<p:sld xmlns:p="http://schemas.openxmlformats.org/presentationml/2006/main">
  <p:cSld>
    <p:bg>
      <p:bgPr>
        <a:solidFill xmlns:a="http://schemas.openxmlformats.org/drawingml/2006/main">
          <a:srgbClr val="F7F7F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Прямоугольник 13">
            <a:extLst xmlns:a="http://schemas.openxmlformats.org/drawingml/2006/main">
              <a:ext uri="{FF2B5EF4-FFF2-40B4-BE49-F238E27FC236}">
                <a16:creationId xmlns:a16="http://schemas.microsoft.com/office/drawing/2014/main" id="{67ABD731-50DC-4B11-8F71-0D04B0D0EE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28600"/>
            <a:ext cx="3810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9808" lnSpcReduction="1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59616E"/>
                </a:solidFill>
                <a:latin typeface="DejaVu Sans"/>
                <a:ea typeface="DejaVu Sans"/>
                <a:cs typeface="DejaVu Sans"/>
              </a:defRPr>
            </a:pPr>
            <a:r>
              <a:rPr sz="975" b="1">
                <a:solidFill>
                  <a:srgbClr val="59616E"/>
                </a:solidFill>
                <a:latin typeface="DejaVu Sans"/>
                <a:ea typeface="DejaVu Sans"/>
                <a:cs typeface="DejaVu Sans"/>
              </a:rPr>
              <a:t>ЭКРАНДАҒЫ НӘТИЖЕ</a:t>
            </a:r>
          </a:p>
        </p:txBody>
      </p:sp>
      <p:sp>
        <p:nvSpPr>
          <p:cNvPr id="2" name="Прямоугольник 1">
            <a:extLst xmlns:a="http://schemas.openxmlformats.org/drawingml/2006/main">
              <a:ext uri="{FF2B5EF4-FFF2-40B4-BE49-F238E27FC236}">
                <a16:creationId xmlns:a16="http://schemas.microsoft.com/office/drawing/2014/main" id="{E1B5D0EE-5E9A-4EDF-8EA4-DA3BFFF375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552450"/>
            <a:ext cx="107632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E1420"/>
                </a:solidFill>
                <a:latin typeface="DejaVu Sans"/>
                <a:ea typeface="DejaVu Sans"/>
                <a:cs typeface="DejaVu Sans"/>
              </a:defRPr>
            </a:pPr>
            <a:r>
              <a:rPr sz="2550" b="1">
                <a:solidFill>
                  <a:srgbClr val="0E1420"/>
                </a:solidFill>
                <a:latin typeface="DejaVu Sans"/>
                <a:ea typeface="DejaVu Sans"/>
                <a:cs typeface="DejaVu Sans"/>
              </a:rPr>
              <a:t>Кейс 8. Тест нәтижесінің үлгісі</a:t>
            </a:r>
          </a:p>
        </p:txBody>
      </p:sp>
      <p:sp>
        <p:nvSpPr>
          <p:cNvPr id="3" name="Прямоугольник 2">
            <a:extLst xmlns:a="http://schemas.openxmlformats.org/drawingml/2006/main">
              <a:ext uri="{FF2B5EF4-FFF2-40B4-BE49-F238E27FC236}">
                <a16:creationId xmlns:a16="http://schemas.microsoft.com/office/drawing/2014/main" id="{558E636C-A6E2-4055-9E28-DA2D1A6FCD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428750"/>
            <a:ext cx="107632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800" b="1">
                <a:solidFill>
                  <a:srgbClr val="0E1420"/>
                </a:solidFill>
                <a:latin typeface="DejaVu Sans"/>
                <a:ea typeface="DejaVu Sans"/>
                <a:cs typeface="DejaVu Sans"/>
              </a:defRPr>
            </a:pPr>
            <a:r>
              <a:rPr sz="1800" b="1">
                <a:solidFill>
                  <a:srgbClr val="0E1420"/>
                </a:solidFill>
                <a:latin typeface="DejaVu Sans"/>
                <a:ea typeface="DejaVu Sans"/>
                <a:cs typeface="DejaVu Sans"/>
              </a:rPr>
              <a:t>Жағдай: жұмыс аймағында белгісіз иіс байқалды. Қызметкердің бірінші әрекеті қандай?</a:t>
            </a:r>
          </a:p>
        </p:txBody>
      </p:sp>
      <p:sp>
        <p:nvSpPr>
          <p:cNvPr id="4" name="Скругленный прямоугольник 3">
            <a:extLst xmlns:a="http://schemas.openxmlformats.org/drawingml/2006/main">
              <a:ext uri="{FF2B5EF4-FFF2-40B4-BE49-F238E27FC236}">
                <a16:creationId xmlns:a16="http://schemas.microsoft.com/office/drawing/2014/main" id="{44F9704B-C842-4804-BD7A-9DEE4D634F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2333625"/>
            <a:ext cx="10287000" cy="495300"/>
          </a:xfrm>
          <a:prstGeom xmlns:a="http://schemas.openxmlformats.org/drawingml/2006/main" prst="roundRect">
            <a:avLst>
              <a:gd name="adj" fmla="val 2307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CC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5" name="Прямоугольник 4">
            <a:extLst xmlns:a="http://schemas.openxmlformats.org/drawingml/2006/main">
              <a:ext uri="{FF2B5EF4-FFF2-40B4-BE49-F238E27FC236}">
                <a16:creationId xmlns:a16="http://schemas.microsoft.com/office/drawing/2014/main" id="{D7066E6B-B450-4723-8E6D-728802B734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2381250"/>
            <a:ext cx="9810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0E1420"/>
                </a:solidFill>
                <a:latin typeface="DejaVu Sans"/>
                <a:ea typeface="DejaVu Sans"/>
                <a:cs typeface="DejaVu Sans"/>
              </a:defRPr>
            </a:pPr>
            <a:r>
              <a:rPr sz="1350" b="0">
                <a:solidFill>
                  <a:srgbClr val="0E1420"/>
                </a:solidFill>
                <a:latin typeface="DejaVu Sans"/>
                <a:ea typeface="DejaVu Sans"/>
                <a:cs typeface="DejaVu Sans"/>
              </a:rPr>
              <a:t>A. Жұмысты жалғастыру</a:t>
            </a:r>
          </a:p>
        </p:txBody>
      </p:sp>
      <p:sp>
        <p:nvSpPr>
          <p:cNvPr id="6" name="Скругленный прямоугольник 5">
            <a:extLst xmlns:a="http://schemas.openxmlformats.org/drawingml/2006/main">
              <a:ext uri="{FF2B5EF4-FFF2-40B4-BE49-F238E27FC236}">
                <a16:creationId xmlns:a16="http://schemas.microsoft.com/office/drawing/2014/main" id="{F1BCE6E9-D71D-4B33-9BED-3FD5CD2157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2981325"/>
            <a:ext cx="10287000" cy="495300"/>
          </a:xfrm>
          <a:prstGeom xmlns:a="http://schemas.openxmlformats.org/drawingml/2006/main" prst="roundRect">
            <a:avLst>
              <a:gd name="adj" fmla="val 23077"/>
            </a:avLst>
          </a:prstGeom>
          <a:solidFill xmlns:a="http://schemas.openxmlformats.org/drawingml/2006/main">
            <a:srgbClr val="EDF2E3"/>
          </a:solidFill>
          <a:ln xmlns:a="http://schemas.openxmlformats.org/drawingml/2006/main" w="9525">
            <a:solidFill>
              <a:srgbClr val="8FCF25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Прямоугольник 6">
            <a:extLst xmlns:a="http://schemas.openxmlformats.org/drawingml/2006/main">
              <a:ext uri="{FF2B5EF4-FFF2-40B4-BE49-F238E27FC236}">
                <a16:creationId xmlns:a16="http://schemas.microsoft.com/office/drawing/2014/main" id="{E422BC9C-63A0-4F41-8C98-09AF003A82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3028950"/>
            <a:ext cx="9810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0E1420"/>
                </a:solidFill>
                <a:latin typeface="DejaVu Sans"/>
                <a:ea typeface="DejaVu Sans"/>
                <a:cs typeface="DejaVu Sans"/>
              </a:defRPr>
            </a:pPr>
            <a:r>
              <a:rPr sz="1350" b="1">
                <a:solidFill>
                  <a:srgbClr val="0E1420"/>
                </a:solidFill>
                <a:latin typeface="DejaVu Sans"/>
                <a:ea typeface="DejaVu Sans"/>
                <a:cs typeface="DejaVu Sans"/>
              </a:rPr>
              <a:t>B. Бекітілген тәртіпке сай жұмысты тоқтатып, жауапты тұлғаға хабарлау</a:t>
            </a:r>
          </a:p>
        </p:txBody>
      </p:sp>
      <p:sp>
        <p:nvSpPr>
          <p:cNvPr id="8" name="Скругленный прямоугольник 7">
            <a:extLst xmlns:a="http://schemas.openxmlformats.org/drawingml/2006/main">
              <a:ext uri="{FF2B5EF4-FFF2-40B4-BE49-F238E27FC236}">
                <a16:creationId xmlns:a16="http://schemas.microsoft.com/office/drawing/2014/main" id="{1C9DCB2B-F5DB-4C47-969B-BB943B11BC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3629025"/>
            <a:ext cx="10287000" cy="495300"/>
          </a:xfrm>
          <a:prstGeom xmlns:a="http://schemas.openxmlformats.org/drawingml/2006/main" prst="roundRect">
            <a:avLst>
              <a:gd name="adj" fmla="val 2307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CC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9" name="Прямоугольник 8">
            <a:extLst xmlns:a="http://schemas.openxmlformats.org/drawingml/2006/main">
              <a:ext uri="{FF2B5EF4-FFF2-40B4-BE49-F238E27FC236}">
                <a16:creationId xmlns:a16="http://schemas.microsoft.com/office/drawing/2014/main" id="{71CFEEC4-08CA-4BB1-B51C-C0F800B725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3676650"/>
            <a:ext cx="9810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0E1420"/>
                </a:solidFill>
                <a:latin typeface="DejaVu Sans"/>
                <a:ea typeface="DejaVu Sans"/>
                <a:cs typeface="DejaVu Sans"/>
              </a:defRPr>
            </a:pPr>
            <a:r>
              <a:rPr sz="1350" b="0">
                <a:solidFill>
                  <a:srgbClr val="0E1420"/>
                </a:solidFill>
                <a:latin typeface="DejaVu Sans"/>
                <a:ea typeface="DejaVu Sans"/>
                <a:cs typeface="DejaVu Sans"/>
              </a:rPr>
              <a:t>C. Жеке тексеру жүргізу</a:t>
            </a:r>
          </a:p>
        </p:txBody>
      </p:sp>
      <p:sp>
        <p:nvSpPr>
          <p:cNvPr id="10" name="Скругленный прямоугольник 9">
            <a:extLst xmlns:a="http://schemas.openxmlformats.org/drawingml/2006/main">
              <a:ext uri="{FF2B5EF4-FFF2-40B4-BE49-F238E27FC236}">
                <a16:creationId xmlns:a16="http://schemas.microsoft.com/office/drawing/2014/main" id="{3BF0315C-49C6-4776-88BF-43AE600F14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4276725"/>
            <a:ext cx="10287000" cy="495300"/>
          </a:xfrm>
          <a:prstGeom xmlns:a="http://schemas.openxmlformats.org/drawingml/2006/main" prst="roundRect">
            <a:avLst>
              <a:gd name="adj" fmla="val 2307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CC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1" name="Прямоугольник 10">
            <a:extLst xmlns:a="http://schemas.openxmlformats.org/drawingml/2006/main">
              <a:ext uri="{FF2B5EF4-FFF2-40B4-BE49-F238E27FC236}">
                <a16:creationId xmlns:a16="http://schemas.microsoft.com/office/drawing/2014/main" id="{C853740C-BA5E-40B0-AF95-4BEF723DAF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4324350"/>
            <a:ext cx="9810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0E1420"/>
                </a:solidFill>
                <a:latin typeface="DejaVu Sans"/>
                <a:ea typeface="DejaVu Sans"/>
                <a:cs typeface="DejaVu Sans"/>
              </a:defRPr>
            </a:pPr>
            <a:r>
              <a:rPr sz="1350" b="0">
                <a:solidFill>
                  <a:srgbClr val="0E1420"/>
                </a:solidFill>
                <a:latin typeface="DejaVu Sans"/>
                <a:ea typeface="DejaVu Sans"/>
                <a:cs typeface="DejaVu Sans"/>
              </a:rPr>
              <a:t>D. Ақпаратты елемеу</a:t>
            </a:r>
          </a:p>
        </p:txBody>
      </p:sp>
      <p:sp>
        <p:nvSpPr>
          <p:cNvPr id="12" name="Прямоугольник 11">
            <a:extLst xmlns:a="http://schemas.openxmlformats.org/drawingml/2006/main">
              <a:ext uri="{FF2B5EF4-FFF2-40B4-BE49-F238E27FC236}">
                <a16:creationId xmlns:a16="http://schemas.microsoft.com/office/drawing/2014/main" id="{ED0D6524-B0E1-43A4-9441-5F79689156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5238750"/>
            <a:ext cx="10763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500" b="1">
                <a:solidFill>
                  <a:srgbClr val="8FCF25"/>
                </a:solidFill>
                <a:latin typeface="DejaVu Sans"/>
                <a:ea typeface="DejaVu Sans"/>
                <a:cs typeface="DejaVu Sans"/>
              </a:defRPr>
            </a:pPr>
            <a:r>
              <a:rPr sz="1500" b="1">
                <a:solidFill>
                  <a:srgbClr val="8FCF25"/>
                </a:solidFill>
                <a:latin typeface="DejaVu Sans"/>
                <a:ea typeface="DejaVu Sans"/>
                <a:cs typeface="DejaVu Sans"/>
              </a:rPr>
              <a:t>Кілт: B. Нақты негіздеме бекітілген нұсқаулық бөлімінен тексеріледі.</a:t>
            </a:r>
          </a:p>
        </p:txBody>
      </p:sp>
      <p:sp>
        <p:nvSpPr>
          <p:cNvPr id="13" name="Прямоугольник 12">
            <a:extLst xmlns:a="http://schemas.openxmlformats.org/drawingml/2006/main">
              <a:ext uri="{FF2B5EF4-FFF2-40B4-BE49-F238E27FC236}">
                <a16:creationId xmlns:a16="http://schemas.microsoft.com/office/drawing/2014/main" id="{57746C0C-DDB1-45B4-BA0C-6AE9E60911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9850"/>
            <a:ext cx="476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5679" lnSpcReduction="1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900" b="0">
                <a:solidFill>
                  <a:srgbClr val="59616E"/>
                </a:solidFill>
                <a:latin typeface="DejaVu Sans"/>
                <a:ea typeface="DejaVu Sans"/>
                <a:cs typeface="DejaVu Sans"/>
              </a:defRPr>
            </a:pPr>
            <a:r>
              <a:rPr sz="900" b="0">
                <a:solidFill>
                  <a:srgbClr val="59616E"/>
                </a:solidFill>
                <a:latin typeface="DejaVu Sans"/>
                <a:ea typeface="DejaVu Sans"/>
                <a:cs typeface="DejaVu Sans"/>
              </a:rPr>
              <a:t>52</a:t>
            </a:r>
          </a:p>
        </p:txBody>
      </p:sp>
    </p:spTree>
    <p:extLst>
      <p:ext uri="{BB962C8B-B14F-4D97-AF65-F5344CB8AC3E}">
        <p14:creationId xmlns:p14="http://schemas.microsoft.com/office/powerpoint/2010/main" val="314324884"/>
      </p:ext>
    </p:extLst>
  </p:cSld>
</p:sld>
</file>

<file path=ppt/slides/slide53.xml><?xml version="1.0" encoding="utf-8"?>
<p:sld xmlns:p="http://schemas.openxmlformats.org/presentationml/2006/main">
  <p:cSld>
    <p:bg>
      <p:bgPr>
        <a:solidFill xmlns:a="http://schemas.openxmlformats.org/drawingml/2006/main">
          <a:srgbClr val="F7F7F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Прямоугольник 8">
            <a:extLst xmlns:a="http://schemas.openxmlformats.org/drawingml/2006/main">
              <a:ext uri="{FF2B5EF4-FFF2-40B4-BE49-F238E27FC236}">
                <a16:creationId xmlns:a16="http://schemas.microsoft.com/office/drawing/2014/main" id="{FF0A9734-FCE3-4399-9EBB-3024703324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28600"/>
            <a:ext cx="3810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9808" lnSpcReduction="1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59616E"/>
                </a:solidFill>
                <a:latin typeface="DejaVu Sans"/>
                <a:ea typeface="DejaVu Sans"/>
                <a:cs typeface="DejaVu Sans"/>
              </a:defRPr>
            </a:pPr>
            <a:r>
              <a:rPr sz="975" b="1">
                <a:solidFill>
                  <a:srgbClr val="59616E"/>
                </a:solidFill>
                <a:latin typeface="DejaVu Sans"/>
                <a:ea typeface="DejaVu Sans"/>
                <a:cs typeface="DejaVu Sans"/>
              </a:rPr>
              <a:t>ПРАКТИКА</a:t>
            </a:r>
          </a:p>
        </p:txBody>
      </p:sp>
      <p:sp>
        <p:nvSpPr>
          <p:cNvPr id="2" name="Прямоугольник 1">
            <a:extLst xmlns:a="http://schemas.openxmlformats.org/drawingml/2006/main">
              <a:ext uri="{FF2B5EF4-FFF2-40B4-BE49-F238E27FC236}">
                <a16:creationId xmlns:a16="http://schemas.microsoft.com/office/drawing/2014/main" id="{B2F58880-FF51-4338-B4E6-C157F467F6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552450"/>
            <a:ext cx="107632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E1420"/>
                </a:solidFill>
                <a:latin typeface="DejaVu Sans"/>
                <a:ea typeface="DejaVu Sans"/>
                <a:cs typeface="DejaVu Sans"/>
              </a:defRPr>
            </a:pPr>
            <a:r>
              <a:rPr sz="2550" b="1">
                <a:solidFill>
                  <a:srgbClr val="0E1420"/>
                </a:solidFill>
                <a:latin typeface="DejaVu Sans"/>
                <a:ea typeface="DejaVu Sans"/>
                <a:cs typeface="DejaVu Sans"/>
              </a:rPr>
              <a:t>Кейс</a:t>
            </a:r>
            <a:r>
              <a:rPr sz="2550" b="1">
                <a:solidFill>
                  <a:srgbClr val="0E1420"/>
                </a:solidFill>
                <a:latin typeface="DejaVu Sans"/>
                <a:ea typeface="DejaVu Sans"/>
                <a:cs typeface="DejaVu Sans"/>
              </a:rPr>
              <a:t> </a:t>
            </a:r>
            <a:r>
              <a:rPr sz="2550" b="1">
                <a:solidFill>
                  <a:srgbClr val="0E1420"/>
                </a:solidFill>
                <a:latin typeface="DejaVu Sans"/>
                <a:ea typeface="DejaVu Sans"/>
                <a:cs typeface="DejaVu Sans"/>
              </a:rPr>
              <a:t>9</a:t>
            </a:r>
            <a:r>
              <a:rPr sz="2550" b="1">
                <a:solidFill>
                  <a:srgbClr val="0E1420"/>
                </a:solidFill>
                <a:latin typeface="DejaVu Sans"/>
                <a:ea typeface="DejaVu Sans"/>
                <a:cs typeface="DejaVu Sans"/>
              </a:rPr>
              <a:t>. </a:t>
            </a:r>
            <a:r>
              <a:rPr sz="2550" b="1">
                <a:solidFill>
                  <a:srgbClr val="0E1420"/>
                </a:solidFill>
                <a:latin typeface="DejaVu Sans"/>
                <a:ea typeface="DejaVu Sans"/>
                <a:cs typeface="DejaVu Sans"/>
              </a:rPr>
              <a:t>Басымдықтарды</a:t>
            </a:r>
            <a:r>
              <a:rPr sz="2550" b="1">
                <a:solidFill>
                  <a:srgbClr val="0E1420"/>
                </a:solidFill>
                <a:latin typeface="DejaVu Sans"/>
                <a:ea typeface="DejaVu Sans"/>
                <a:cs typeface="DejaVu Sans"/>
              </a:rPr>
              <a:t> </a:t>
            </a:r>
            <a:r>
              <a:rPr sz="2550" b="1">
                <a:solidFill>
                  <a:srgbClr val="0E1420"/>
                </a:solidFill>
                <a:latin typeface="DejaVu Sans"/>
                <a:ea typeface="DejaVu Sans"/>
                <a:cs typeface="DejaVu Sans"/>
              </a:rPr>
              <a:t>келісу</a:t>
            </a:r>
            <a:endParaRPr sz="2550" b="1">
              <a:solidFill>
                <a:srgbClr val="0E1420"/>
              </a:solidFill>
              <a:latin typeface="DejaVu Sans"/>
              <a:ea typeface="DejaVu Sans"/>
              <a:cs typeface="DejaVu Sans"/>
            </a:endParaRPr>
          </a:p>
        </p:txBody>
      </p:sp>
      <p:sp>
        <p:nvSpPr>
          <p:cNvPr id="3" name="Прямоугольник 2">
            <a:extLst xmlns:a="http://schemas.openxmlformats.org/drawingml/2006/main">
              <a:ext uri="{FF2B5EF4-FFF2-40B4-BE49-F238E27FC236}">
                <a16:creationId xmlns:a16="http://schemas.microsoft.com/office/drawing/2014/main" id="{A73DA507-3D71-4382-BD68-B30682564D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257300"/>
            <a:ext cx="10763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59616E"/>
                </a:solidFill>
                <a:latin typeface="DejaVu Sans"/>
                <a:ea typeface="DejaVu Sans"/>
                <a:cs typeface="DejaVu Sans"/>
              </a:defRPr>
            </a:pPr>
            <a:r>
              <a:rPr sz="1350" b="0">
                <a:solidFill>
                  <a:srgbClr val="59616E"/>
                </a:solidFill>
                <a:latin typeface="DejaVu Sans"/>
                <a:ea typeface="DejaVu Sans"/>
                <a:cs typeface="DejaVu Sans"/>
              </a:rPr>
              <a:t>12 сағат міндетке 8 сағат қана бар</a:t>
            </a:r>
          </a:p>
        </p:txBody>
      </p:sp>
      <p:sp>
        <p:nvSpPr>
          <p:cNvPr id="4" name="Скругленный прямоугольник 3">
            <a:extLst xmlns:a="http://schemas.openxmlformats.org/drawingml/2006/main">
              <a:ext uri="{FF2B5EF4-FFF2-40B4-BE49-F238E27FC236}">
                <a16:creationId xmlns:a16="http://schemas.microsoft.com/office/drawing/2014/main" id="{0CF9BF6C-579C-4BCE-90D4-703C4565DF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809750"/>
            <a:ext cx="10763250" cy="3048000"/>
          </a:xfrm>
          <a:prstGeom xmlns:a="http://schemas.openxmlformats.org/drawingml/2006/main" prst="roundRect">
            <a:avLst>
              <a:gd name="adj" fmla="val 5625"/>
            </a:avLst>
          </a:prstGeom>
          <a:solidFill xmlns:a="http://schemas.openxmlformats.org/drawingml/2006/main">
            <a:srgbClr val="0E1420"/>
          </a:solidFill>
          <a:ln xmlns:a="http://schemas.openxmlformats.org/drawingml/2006/main" w="9525">
            <a:solidFill>
              <a:srgbClr val="0E142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5" name="Прямоугольник 4">
            <a:extLst xmlns:a="http://schemas.openxmlformats.org/drawingml/2006/main">
              <a:ext uri="{FF2B5EF4-FFF2-40B4-BE49-F238E27FC236}">
                <a16:creationId xmlns:a16="http://schemas.microsoft.com/office/drawing/2014/main" id="{1AC0F3C4-B941-411D-B3FC-A7B7CDBBF1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2038350"/>
            <a:ext cx="1238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B8F238"/>
                </a:solidFill>
                <a:latin typeface="DejaVu Sans"/>
                <a:ea typeface="DejaVu Sans"/>
                <a:cs typeface="DejaVu Sans"/>
              </a:defRPr>
            </a:pPr>
            <a:r>
              <a:rPr sz="1050" b="1">
                <a:solidFill>
                  <a:srgbClr val="B8F238"/>
                </a:solidFill>
                <a:latin typeface="DejaVu Sans"/>
                <a:ea typeface="DejaVu Sans"/>
                <a:cs typeface="DejaVu Sans"/>
              </a:rPr>
              <a:t>СҰРАУ</a:t>
            </a:r>
          </a:p>
        </p:txBody>
      </p:sp>
      <p:sp>
        <p:nvSpPr>
          <p:cNvPr id="6" name="Прямоугольник 5">
            <a:extLst xmlns:a="http://schemas.openxmlformats.org/drawingml/2006/main">
              <a:ext uri="{FF2B5EF4-FFF2-40B4-BE49-F238E27FC236}">
                <a16:creationId xmlns:a16="http://schemas.microsoft.com/office/drawing/2014/main" id="{BC27E64A-8EFD-4F66-A419-8FF2CA071C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2400300"/>
            <a:ext cx="10287000" cy="2095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875" b="0">
                <a:solidFill>
                  <a:srgbClr val="FFFFFF"/>
                </a:solidFill>
                <a:latin typeface="DejaVu Sans"/>
                <a:ea typeface="DejaVu Sans"/>
                <a:cs typeface="DejaVu Sans"/>
              </a:defRPr>
            </a:pPr>
            <a:r>
              <a:rPr sz="1875" b="0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Сен басшысың, мен қызметкермін. Есепке 5 сағат, өтінімдерді салыстыруға 4 сағат, хаттарға 3 сағат керек. Жұмыс күні 8 сағат. Бір-бірден сұрақ қойып, басымдықты сабырмен келісуге көмектес. Соңында орындалатын жоспар жаса.</a:t>
            </a:r>
          </a:p>
        </p:txBody>
      </p:sp>
      <p:sp>
        <p:nvSpPr>
          <p:cNvPr id="7" name="Прямоугольник 6">
            <a:extLst xmlns:a="http://schemas.openxmlformats.org/drawingml/2006/main">
              <a:ext uri="{FF2B5EF4-FFF2-40B4-BE49-F238E27FC236}">
                <a16:creationId xmlns:a16="http://schemas.microsoft.com/office/drawing/2014/main" id="{FB22D219-C1EA-4BF9-9B68-5C7DC4E959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5143500"/>
            <a:ext cx="10763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59616E"/>
                </a:solidFill>
                <a:latin typeface="DejaVu Sans"/>
                <a:ea typeface="DejaVu Sans"/>
                <a:cs typeface="DejaVu Sans"/>
              </a:defRPr>
            </a:pPr>
            <a:r>
              <a:rPr sz="1200" b="0">
                <a:solidFill>
                  <a:srgbClr val="59616E"/>
                </a:solidFill>
                <a:latin typeface="DejaVu Sans"/>
                <a:ea typeface="DejaVu Sans"/>
                <a:cs typeface="DejaVu Sans"/>
              </a:rPr>
              <a:t>Оқу үлгісі. Құпия және жеке деректерді енгізбейміз.</a:t>
            </a:r>
          </a:p>
        </p:txBody>
      </p:sp>
      <p:sp>
        <p:nvSpPr>
          <p:cNvPr id="8" name="Прямоугольник 7">
            <a:extLst xmlns:a="http://schemas.openxmlformats.org/drawingml/2006/main">
              <a:ext uri="{FF2B5EF4-FFF2-40B4-BE49-F238E27FC236}">
                <a16:creationId xmlns:a16="http://schemas.microsoft.com/office/drawing/2014/main" id="{E6A2679B-AA8A-44D0-AF03-1B4EF21E37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9850"/>
            <a:ext cx="476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5679" lnSpcReduction="1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900" b="0">
                <a:solidFill>
                  <a:srgbClr val="59616E"/>
                </a:solidFill>
                <a:latin typeface="DejaVu Sans"/>
                <a:ea typeface="DejaVu Sans"/>
                <a:cs typeface="DejaVu Sans"/>
              </a:defRPr>
            </a:pPr>
            <a:r>
              <a:rPr sz="900" b="0">
                <a:solidFill>
                  <a:srgbClr val="59616E"/>
                </a:solidFill>
                <a:latin typeface="DejaVu Sans"/>
                <a:ea typeface="DejaVu Sans"/>
                <a:cs typeface="DejaVu Sans"/>
              </a:rPr>
              <a:t>53</a:t>
            </a:r>
          </a:p>
        </p:txBody>
      </p:sp>
    </p:spTree>
    <p:extLst>
      <p:ext uri="{BB962C8B-B14F-4D97-AF65-F5344CB8AC3E}">
        <p14:creationId xmlns:p14="http://schemas.microsoft.com/office/powerpoint/2010/main" val="881523943"/>
      </p:ext>
    </p:extLst>
  </p:cSld>
</p:sld>
</file>

<file path=ppt/slides/slide54.xml><?xml version="1.0" encoding="utf-8"?>
<p:sld xmlns:p="http://schemas.openxmlformats.org/presentationml/2006/main">
  <p:cSld>
    <p:bg>
      <p:bgPr>
        <a:solidFill xmlns:a="http://schemas.openxmlformats.org/drawingml/2006/main">
          <a:srgbClr val="F7F7F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Прямоугольник 5">
            <a:extLst xmlns:a="http://schemas.openxmlformats.org/drawingml/2006/main">
              <a:ext uri="{FF2B5EF4-FFF2-40B4-BE49-F238E27FC236}">
                <a16:creationId xmlns:a16="http://schemas.microsoft.com/office/drawing/2014/main" id="{4DCBA424-20E1-415E-B624-6E0497F208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28600"/>
            <a:ext cx="3810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9808" lnSpcReduction="1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59616E"/>
                </a:solidFill>
                <a:latin typeface="DejaVu Sans"/>
                <a:ea typeface="DejaVu Sans"/>
                <a:cs typeface="DejaVu Sans"/>
              </a:defRPr>
            </a:pPr>
            <a:r>
              <a:rPr sz="975" b="1">
                <a:solidFill>
                  <a:srgbClr val="59616E"/>
                </a:solidFill>
                <a:latin typeface="DejaVu Sans"/>
                <a:ea typeface="DejaVu Sans"/>
                <a:cs typeface="DejaVu Sans"/>
              </a:rPr>
              <a:t>AI / КҮНДЕ</a:t>
            </a:r>
          </a:p>
        </p:txBody>
      </p:sp>
      <p:sp>
        <p:nvSpPr>
          <p:cNvPr id="2" name="Прямоугольник 1">
            <a:extLst xmlns:a="http://schemas.openxmlformats.org/drawingml/2006/main">
              <a:ext uri="{FF2B5EF4-FFF2-40B4-BE49-F238E27FC236}">
                <a16:creationId xmlns:a16="http://schemas.microsoft.com/office/drawing/2014/main" id="{384CF4FD-E4BD-4941-A2E3-B548743A56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552450"/>
            <a:ext cx="107632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E1420"/>
                </a:solidFill>
                <a:latin typeface="DejaVu Sans"/>
                <a:ea typeface="DejaVu Sans"/>
                <a:cs typeface="DejaVu Sans"/>
              </a:defRPr>
            </a:pPr>
            <a:r>
              <a:rPr sz="2550" b="1">
                <a:solidFill>
                  <a:srgbClr val="0E1420"/>
                </a:solidFill>
                <a:latin typeface="DejaVu Sans"/>
                <a:ea typeface="DejaVu Sans"/>
                <a:cs typeface="DejaVu Sans"/>
              </a:rPr>
              <a:t>Дереккөзді тексеру</a:t>
            </a:r>
          </a:p>
        </p:txBody>
      </p:sp>
      <p:graphicFrame>
        <p:nvGraphicFramePr>
          <p:cNvPr id="10" name="Таблица 7"/>
          <p:cNvGraphicFramePr/>
          <p:nvPr/>
        </p:nvGraphicFramePr>
        <p:xfrm>
          <a:off xmlns:a="http://schemas.openxmlformats.org/drawingml/2006/main" x="704850" y="1524000"/>
          <a:ext xmlns:a="http://schemas.openxmlformats.org/drawingml/2006/main" cx="10763250" cy="342900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4476750"/>
                <a:gridCol w="6286500"/>
              </a:tblGrid>
              <a:tr h="571500">
                <a:tc>
                  <a:txBody>
                    <a:bodyPr/>
                    <a:lstStyle/>
                    <a:p>
                      <a:r>
                        <a:rPr sz="1125" b="1">
                          <a:solidFill>
                            <a:srgbClr val="0E1420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Тексеру сұрағы</a:t>
                      </a:r>
                    </a:p>
                  </a:txBody>
                  <a:tcPr marL="91440" marR="91440" marT="45720" marB="45720">
                    <a:solidFill>
                      <a:srgbClr val="B8F23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25" b="1">
                          <a:solidFill>
                            <a:srgbClr val="0E1420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Не істейміз</a:t>
                      </a:r>
                    </a:p>
                  </a:txBody>
                  <a:tcPr marL="91440" marR="91440" marT="45720" marB="45720">
                    <a:solidFill>
                      <a:srgbClr val="B8F238"/>
                    </a:solidFill>
                  </a:tcPr>
                </a:tc>
              </a:tr>
              <a:tr h="571500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0E1420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Дерек қайдан алынды?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0E1420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Ресми құжатты немесе сайтты ашамыз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571500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0E1420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Ақпараттың күні қандай?</a:t>
                      </a:r>
                    </a:p>
                  </a:txBody>
                  <a:tcPr marL="91440" marR="91440" marT="45720" marB="45720">
                    <a:solidFill>
                      <a:srgbClr val="EDF2E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0E1420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Жаңартылған күнін қараймыз</a:t>
                      </a:r>
                    </a:p>
                  </a:txBody>
                  <a:tcPr marL="91440" marR="91440" marT="45720" marB="45720">
                    <a:solidFill>
                      <a:srgbClr val="EDF2E3"/>
                    </a:solidFill>
                  </a:tcPr>
                </a:tc>
              </a:tr>
              <a:tr h="571500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0E1420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Мәтінде дәл бар ма?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0E1420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Тиісті бөлімді өзіміз оқимыз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571500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0E1420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Екі дерек қайшы ма?</a:t>
                      </a:r>
                    </a:p>
                  </a:txBody>
                  <a:tcPr marL="91440" marR="91440" marT="45720" marB="45720">
                    <a:solidFill>
                      <a:srgbClr val="EDF2E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0E1420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Ресми және жаңа деректі басым көреміз</a:t>
                      </a:r>
                    </a:p>
                  </a:txBody>
                  <a:tcPr marL="91440" marR="91440" marT="45720" marB="45720">
                    <a:solidFill>
                      <a:srgbClr val="EDF2E3"/>
                    </a:solidFill>
                  </a:tcPr>
                </a:tc>
              </a:tr>
              <a:tr h="571500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0E1420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Маңызды шешім бе?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0E1420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Маман немесе жауапты бөлім растайды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Прямоугольник 3">
            <a:extLst xmlns:a="http://schemas.openxmlformats.org/drawingml/2006/main">
              <a:ext uri="{FF2B5EF4-FFF2-40B4-BE49-F238E27FC236}">
                <a16:creationId xmlns:a16="http://schemas.microsoft.com/office/drawing/2014/main" id="{4F3C30BD-450D-4AAE-98ED-6C69E84B49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5429250"/>
            <a:ext cx="107632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575" b="1">
                <a:solidFill>
                  <a:srgbClr val="D94B4B"/>
                </a:solidFill>
                <a:latin typeface="DejaVu Sans"/>
                <a:ea typeface="DejaVu Sans"/>
                <a:cs typeface="DejaVu Sans"/>
              </a:defRPr>
            </a:pPr>
            <a:r>
              <a:rPr sz="1575" b="1">
                <a:solidFill>
                  <a:srgbClr val="D94B4B"/>
                </a:solidFill>
                <a:latin typeface="DejaVu Sans"/>
                <a:ea typeface="DejaVu Sans"/>
                <a:cs typeface="DejaVu Sans"/>
              </a:rPr>
              <a:t>Сілтеме бар болуы ақпараттың автоматты түрде дұрыс екенін білдірмейді.</a:t>
            </a:r>
          </a:p>
        </p:txBody>
      </p:sp>
      <p:sp>
        <p:nvSpPr>
          <p:cNvPr id="5" name="Прямоугольник 4">
            <a:extLst xmlns:a="http://schemas.openxmlformats.org/drawingml/2006/main">
              <a:ext uri="{FF2B5EF4-FFF2-40B4-BE49-F238E27FC236}">
                <a16:creationId xmlns:a16="http://schemas.microsoft.com/office/drawing/2014/main" id="{492E48D0-2D23-4B58-B6C4-85DCD8ACC1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9850"/>
            <a:ext cx="476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5679" lnSpcReduction="1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900" b="0">
                <a:solidFill>
                  <a:srgbClr val="59616E"/>
                </a:solidFill>
                <a:latin typeface="DejaVu Sans"/>
                <a:ea typeface="DejaVu Sans"/>
                <a:cs typeface="DejaVu Sans"/>
              </a:defRPr>
            </a:pPr>
            <a:r>
              <a:rPr sz="900" b="0">
                <a:solidFill>
                  <a:srgbClr val="59616E"/>
                </a:solidFill>
                <a:latin typeface="DejaVu Sans"/>
                <a:ea typeface="DejaVu Sans"/>
                <a:cs typeface="DejaVu Sans"/>
              </a:rPr>
              <a:t>54</a:t>
            </a:r>
          </a:p>
        </p:txBody>
      </p:sp>
    </p:spTree>
    <p:extLst>
      <p:ext uri="{BB962C8B-B14F-4D97-AF65-F5344CB8AC3E}">
        <p14:creationId xmlns:p14="http://schemas.microsoft.com/office/powerpoint/2010/main" val="1284549979"/>
      </p:ext>
    </p:extLst>
  </p:cSld>
</p:sld>
</file>

<file path=ppt/slides/slide55.xml><?xml version="1.0" encoding="utf-8"?>
<p:sld xmlns:p="http://schemas.openxmlformats.org/presentationml/2006/main">
  <p:cSld>
    <p:bg>
      <p:bgPr>
        <a:solidFill xmlns:a="http://schemas.openxmlformats.org/drawingml/2006/main">
          <a:srgbClr val="F7F7F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Прямоугольник 4">
            <a:extLst xmlns:a="http://schemas.openxmlformats.org/drawingml/2006/main">
              <a:ext uri="{FF2B5EF4-FFF2-40B4-BE49-F238E27FC236}">
                <a16:creationId xmlns:a16="http://schemas.microsoft.com/office/drawing/2014/main" id="{70B719DA-C648-425B-8DF1-505CF61081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28600"/>
            <a:ext cx="3810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9808" lnSpcReduction="1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59616E"/>
                </a:solidFill>
                <a:latin typeface="DejaVu Sans"/>
                <a:ea typeface="DejaVu Sans"/>
                <a:cs typeface="DejaVu Sans"/>
              </a:defRPr>
            </a:pPr>
            <a:r>
              <a:rPr sz="975" b="1">
                <a:solidFill>
                  <a:srgbClr val="59616E"/>
                </a:solidFill>
                <a:latin typeface="DejaVu Sans"/>
                <a:ea typeface="DejaVu Sans"/>
                <a:cs typeface="DejaVu Sans"/>
              </a:rPr>
              <a:t>AI / КҮНДЕ</a:t>
            </a:r>
          </a:p>
        </p:txBody>
      </p:sp>
      <p:sp>
        <p:nvSpPr>
          <p:cNvPr id="2" name="Прямоугольник 1">
            <a:extLst xmlns:a="http://schemas.openxmlformats.org/drawingml/2006/main">
              <a:ext uri="{FF2B5EF4-FFF2-40B4-BE49-F238E27FC236}">
                <a16:creationId xmlns:a16="http://schemas.microsoft.com/office/drawing/2014/main" id="{B71474EA-C9C8-4CAC-86D8-44FFAEF07A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552450"/>
            <a:ext cx="107632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E1420"/>
                </a:solidFill>
                <a:latin typeface="DejaVu Sans"/>
                <a:ea typeface="DejaVu Sans"/>
                <a:cs typeface="DejaVu Sans"/>
              </a:defRPr>
            </a:pPr>
            <a:r>
              <a:rPr sz="2550" b="1">
                <a:solidFill>
                  <a:srgbClr val="0E1420"/>
                </a:solidFill>
                <a:latin typeface="DejaVu Sans"/>
                <a:ea typeface="DejaVu Sans"/>
                <a:cs typeface="DejaVu Sans"/>
              </a:rPr>
              <a:t>Міндетке сай құрал таңдау</a:t>
            </a:r>
          </a:p>
        </p:txBody>
      </p:sp>
      <p:graphicFrame>
        <p:nvGraphicFramePr>
          <p:cNvPr id="9" name="Таблица 6"/>
          <p:cNvGraphicFramePr/>
          <p:nvPr/>
        </p:nvGraphicFramePr>
        <p:xfrm>
          <a:off xmlns:a="http://schemas.openxmlformats.org/drawingml/2006/main" x="704850" y="1476375"/>
          <a:ext xmlns:a="http://schemas.openxmlformats.org/drawingml/2006/main" cx="10763250" cy="371475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5619750"/>
                <a:gridCol w="5143500"/>
              </a:tblGrid>
              <a:tr h="619125">
                <a:tc>
                  <a:txBody>
                    <a:bodyPr/>
                    <a:lstStyle/>
                    <a:p>
                      <a:r>
                        <a:rPr sz="1125" b="1">
                          <a:solidFill>
                            <a:srgbClr val="0E1420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Егер сізге керек болса</a:t>
                      </a:r>
                    </a:p>
                  </a:txBody>
                  <a:tcPr marL="91440" marR="91440" marT="45720" marB="45720">
                    <a:solidFill>
                      <a:srgbClr val="B8F23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25" b="1">
                          <a:solidFill>
                            <a:srgbClr val="0E1420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Алдымен пайдаланыңыз</a:t>
                      </a:r>
                    </a:p>
                  </a:txBody>
                  <a:tcPr marL="91440" marR="91440" marT="45720" marB="45720">
                    <a:solidFill>
                      <a:srgbClr val="B8F238"/>
                    </a:solidFill>
                  </a:tcPr>
                </a:tc>
              </a:tr>
              <a:tr h="619125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0E1420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Қысқа мәтін немесе жоспар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0E1420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ChatGPT немесе Gemini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619125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0E1420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Файлдағы мазмұн</a:t>
                      </a:r>
                    </a:p>
                  </a:txBody>
                  <a:tcPr marL="91440" marR="91440" marT="45720" marB="45720">
                    <a:solidFill>
                      <a:srgbClr val="EDF2E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0E1420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Файл қабылдайтын негізгі чат</a:t>
                      </a:r>
                    </a:p>
                  </a:txBody>
                  <a:tcPr marL="91440" marR="91440" marT="45720" marB="45720">
                    <a:solidFill>
                      <a:srgbClr val="EDF2E3"/>
                    </a:solidFill>
                  </a:tcPr>
                </a:tc>
              </a:tr>
              <a:tr h="619125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0E1420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Ағымдағы веб дерек пен сілтеме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0E1420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Perplexity немесе веб іздеуі бар чат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619125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0E1420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Презентацияның алғашқы құрылымы</a:t>
                      </a:r>
                    </a:p>
                  </a:txBody>
                  <a:tcPr marL="91440" marR="91440" marT="45720" marB="45720">
                    <a:solidFill>
                      <a:srgbClr val="EDF2E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0E1420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Негізгі чат, кейін Gamma</a:t>
                      </a:r>
                    </a:p>
                  </a:txBody>
                  <a:tcPr marL="91440" marR="91440" marT="45720" marB="45720">
                    <a:solidFill>
                      <a:srgbClr val="EDF2E3"/>
                    </a:solidFill>
                  </a:tcPr>
                </a:tc>
              </a:tr>
              <a:tr h="619125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0E1420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Қайталанатын Excel талдауы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0E1420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Қауіпсіз орта және тексерілетін формула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Прямоугольник 3">
            <a:extLst xmlns:a="http://schemas.openxmlformats.org/drawingml/2006/main">
              <a:ext uri="{FF2B5EF4-FFF2-40B4-BE49-F238E27FC236}">
                <a16:creationId xmlns:a16="http://schemas.microsoft.com/office/drawing/2014/main" id="{5F0F1AEB-F182-456F-B526-947D8808FA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9850"/>
            <a:ext cx="476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5679" lnSpcReduction="1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900" b="0">
                <a:solidFill>
                  <a:srgbClr val="FFFFFF"/>
                </a:solidFill>
                <a:latin typeface="DejaVu Sans"/>
                <a:ea typeface="DejaVu Sans"/>
                <a:cs typeface="DejaVu Sans"/>
              </a:defRPr>
            </a:pPr>
            <a:r>
              <a:rPr sz="900" b="0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55</a:t>
            </a:r>
          </a:p>
        </p:txBody>
      </p:sp>
    </p:spTree>
    <p:extLst>
      <p:ext uri="{BB962C8B-B14F-4D97-AF65-F5344CB8AC3E}">
        <p14:creationId xmlns:p14="http://schemas.microsoft.com/office/powerpoint/2010/main" val="1405434199"/>
      </p:ext>
    </p:extLst>
  </p:cSld>
</p:sld>
</file>

<file path=ppt/slides/slide56.xml><?xml version="1.0" encoding="utf-8"?>
<p:sld xmlns:p="http://schemas.openxmlformats.org/presentationml/2006/main">
  <p:cSld>
    <p:bg>
      <p:bgPr>
        <a:solidFill xmlns:a="http://schemas.openxmlformats.org/drawingml/2006/main">
          <a:srgbClr val="F7F7F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Прямоугольник 12">
            <a:extLst xmlns:a="http://schemas.openxmlformats.org/drawingml/2006/main">
              <a:ext uri="{FF2B5EF4-FFF2-40B4-BE49-F238E27FC236}">
                <a16:creationId xmlns:a16="http://schemas.microsoft.com/office/drawing/2014/main" id="{A04CF8F4-1D9F-425D-A535-F1601E5E5E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28600"/>
            <a:ext cx="3810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9808" lnSpcReduction="1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59616E"/>
                </a:solidFill>
                <a:latin typeface="DejaVu Sans"/>
                <a:ea typeface="DejaVu Sans"/>
                <a:cs typeface="DejaVu Sans"/>
              </a:defRPr>
            </a:pPr>
            <a:r>
              <a:rPr sz="975" b="1">
                <a:solidFill>
                  <a:srgbClr val="59616E"/>
                </a:solidFill>
                <a:latin typeface="DejaVu Sans"/>
                <a:ea typeface="DejaVu Sans"/>
                <a:cs typeface="DejaVu Sans"/>
              </a:rPr>
              <a:t>AI / КҮНДЕ</a:t>
            </a:r>
          </a:p>
        </p:txBody>
      </p:sp>
      <p:sp>
        <p:nvSpPr>
          <p:cNvPr id="2" name="Прямоугольник 1">
            <a:extLst xmlns:a="http://schemas.openxmlformats.org/drawingml/2006/main">
              <a:ext uri="{FF2B5EF4-FFF2-40B4-BE49-F238E27FC236}">
                <a16:creationId xmlns:a16="http://schemas.microsoft.com/office/drawing/2014/main" id="{D5AAA0CF-068A-42C2-AE9F-DC03EF9193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552450"/>
            <a:ext cx="107632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E1420"/>
                </a:solidFill>
                <a:latin typeface="DejaVu Sans"/>
                <a:ea typeface="DejaVu Sans"/>
                <a:cs typeface="DejaVu Sans"/>
              </a:defRPr>
            </a:pPr>
            <a:r>
              <a:rPr sz="2550" b="1">
                <a:solidFill>
                  <a:srgbClr val="0E1420"/>
                </a:solidFill>
                <a:latin typeface="DejaVu Sans"/>
                <a:ea typeface="DejaVu Sans"/>
                <a:cs typeface="DejaVu Sans"/>
              </a:rPr>
              <a:t>Тегін және ақылы нұсқа</a:t>
            </a:r>
          </a:p>
        </p:txBody>
      </p:sp>
      <p:sp>
        <p:nvSpPr>
          <p:cNvPr id="3" name="Прямоугольник 2">
            <a:extLst xmlns:a="http://schemas.openxmlformats.org/drawingml/2006/main">
              <a:ext uri="{FF2B5EF4-FFF2-40B4-BE49-F238E27FC236}">
                <a16:creationId xmlns:a16="http://schemas.microsoft.com/office/drawing/2014/main" id="{BF5CA2E0-701D-43E6-A51B-4B0461D06E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1666875"/>
            <a:ext cx="266700" cy="73818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4531"/>
          </a:bodyPr>
          <a:lstStyle xmlns:a="http://schemas.openxmlformats.org/drawingml/2006/main"/>
          <a:p xmlns:a="http://schemas.openxmlformats.org/drawingml/2006/main">
            <a:pPr algn="l">
              <a:buNone/>
              <a:defRPr sz="1800" b="1">
                <a:solidFill>
                  <a:srgbClr val="8FCF25"/>
                </a:solidFill>
                <a:latin typeface="DejaVu Sans"/>
                <a:ea typeface="DejaVu Sans"/>
                <a:cs typeface="DejaVu Sans"/>
              </a:defRPr>
            </a:pPr>
            <a:r>
              <a:rPr sz="1800" b="1">
                <a:solidFill>
                  <a:srgbClr val="8FCF25"/>
                </a:solidFill>
                <a:latin typeface="DejaVu Sans"/>
                <a:ea typeface="DejaVu Sans"/>
                <a:cs typeface="DejaVu Sans"/>
              </a:rPr>
              <a:t>•</a:t>
            </a:r>
          </a:p>
        </p:txBody>
      </p:sp>
      <p:sp>
        <p:nvSpPr>
          <p:cNvPr id="4" name="Прямоугольник 3">
            <a:extLst xmlns:a="http://schemas.openxmlformats.org/drawingml/2006/main">
              <a:ext uri="{FF2B5EF4-FFF2-40B4-BE49-F238E27FC236}">
                <a16:creationId xmlns:a16="http://schemas.microsoft.com/office/drawing/2014/main" id="{BF3BA8F6-10AB-4621-BFCC-A8E555AF79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1666875"/>
            <a:ext cx="9925050" cy="73818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800" b="0">
                <a:solidFill>
                  <a:srgbClr val="0E1420"/>
                </a:solidFill>
                <a:latin typeface="DejaVu Sans"/>
                <a:ea typeface="DejaVu Sans"/>
                <a:cs typeface="DejaVu Sans"/>
              </a:defRPr>
            </a:pPr>
            <a:r>
              <a:rPr sz="1800" b="0">
                <a:solidFill>
                  <a:srgbClr val="0E1420"/>
                </a:solidFill>
                <a:latin typeface="DejaVu Sans"/>
                <a:ea typeface="DejaVu Sans"/>
                <a:cs typeface="DejaVu Sans"/>
              </a:rPr>
              <a:t>Алдымен өз міндетіңізді тегін нұсқада сынаңыз</a:t>
            </a:r>
          </a:p>
        </p:txBody>
      </p:sp>
      <p:sp>
        <p:nvSpPr>
          <p:cNvPr id="5" name="Прямоугольник 4">
            <a:extLst xmlns:a="http://schemas.openxmlformats.org/drawingml/2006/main">
              <a:ext uri="{FF2B5EF4-FFF2-40B4-BE49-F238E27FC236}">
                <a16:creationId xmlns:a16="http://schemas.microsoft.com/office/drawing/2014/main" id="{A563BD60-B219-45D8-921C-1B328AE99B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405063"/>
            <a:ext cx="266700" cy="73818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4531"/>
          </a:bodyPr>
          <a:lstStyle xmlns:a="http://schemas.openxmlformats.org/drawingml/2006/main"/>
          <a:p xmlns:a="http://schemas.openxmlformats.org/drawingml/2006/main">
            <a:pPr algn="l">
              <a:buNone/>
              <a:defRPr sz="1800" b="1">
                <a:solidFill>
                  <a:srgbClr val="8FCF25"/>
                </a:solidFill>
                <a:latin typeface="DejaVu Sans"/>
                <a:ea typeface="DejaVu Sans"/>
                <a:cs typeface="DejaVu Sans"/>
              </a:defRPr>
            </a:pPr>
            <a:r>
              <a:rPr sz="1800" b="1">
                <a:solidFill>
                  <a:srgbClr val="8FCF25"/>
                </a:solidFill>
                <a:latin typeface="DejaVu Sans"/>
                <a:ea typeface="DejaVu Sans"/>
                <a:cs typeface="DejaVu Sans"/>
              </a:rPr>
              <a:t>•</a:t>
            </a:r>
          </a:p>
        </p:txBody>
      </p:sp>
      <p:sp>
        <p:nvSpPr>
          <p:cNvPr id="6" name="Прямоугольник 5">
            <a:extLst xmlns:a="http://schemas.openxmlformats.org/drawingml/2006/main">
              <a:ext uri="{FF2B5EF4-FFF2-40B4-BE49-F238E27FC236}">
                <a16:creationId xmlns:a16="http://schemas.microsoft.com/office/drawing/2014/main" id="{0B2CBDF9-B502-40AB-A613-6FADCE70C6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2405063"/>
            <a:ext cx="9925050" cy="73818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800" b="0">
                <a:solidFill>
                  <a:srgbClr val="0E1420"/>
                </a:solidFill>
                <a:latin typeface="DejaVu Sans"/>
                <a:ea typeface="DejaVu Sans"/>
                <a:cs typeface="DejaVu Sans"/>
              </a:defRPr>
            </a:pPr>
            <a:r>
              <a:rPr sz="1800" b="0">
                <a:solidFill>
                  <a:srgbClr val="0E1420"/>
                </a:solidFill>
                <a:latin typeface="DejaVu Sans"/>
                <a:ea typeface="DejaVu Sans"/>
                <a:cs typeface="DejaVu Sans"/>
              </a:rPr>
              <a:t>Қажет функцияны нақты атаңыз: файл, веб іздеу, сурет немесе лимит</a:t>
            </a:r>
          </a:p>
        </p:txBody>
      </p:sp>
      <p:sp>
        <p:nvSpPr>
          <p:cNvPr id="7" name="Прямоугольник 6">
            <a:extLst xmlns:a="http://schemas.openxmlformats.org/drawingml/2006/main">
              <a:ext uri="{FF2B5EF4-FFF2-40B4-BE49-F238E27FC236}">
                <a16:creationId xmlns:a16="http://schemas.microsoft.com/office/drawing/2014/main" id="{2FD7D1CF-878B-4428-A19E-7D48B501DC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143250"/>
            <a:ext cx="266700" cy="73818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4531"/>
          </a:bodyPr>
          <a:lstStyle xmlns:a="http://schemas.openxmlformats.org/drawingml/2006/main"/>
          <a:p xmlns:a="http://schemas.openxmlformats.org/drawingml/2006/main">
            <a:pPr algn="l">
              <a:buNone/>
              <a:defRPr sz="1800" b="1">
                <a:solidFill>
                  <a:srgbClr val="8FCF25"/>
                </a:solidFill>
                <a:latin typeface="DejaVu Sans"/>
                <a:ea typeface="DejaVu Sans"/>
                <a:cs typeface="DejaVu Sans"/>
              </a:defRPr>
            </a:pPr>
            <a:r>
              <a:rPr sz="1800" b="1">
                <a:solidFill>
                  <a:srgbClr val="8FCF25"/>
                </a:solidFill>
                <a:latin typeface="DejaVu Sans"/>
                <a:ea typeface="DejaVu Sans"/>
                <a:cs typeface="DejaVu Sans"/>
              </a:rPr>
              <a:t>•</a:t>
            </a:r>
          </a:p>
        </p:txBody>
      </p:sp>
      <p:sp>
        <p:nvSpPr>
          <p:cNvPr id="8" name="Прямоугольник 7">
            <a:extLst xmlns:a="http://schemas.openxmlformats.org/drawingml/2006/main">
              <a:ext uri="{FF2B5EF4-FFF2-40B4-BE49-F238E27FC236}">
                <a16:creationId xmlns:a16="http://schemas.microsoft.com/office/drawing/2014/main" id="{F373C701-7E96-4EB7-8895-8D6EDCFC66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3143250"/>
            <a:ext cx="9925050" cy="73818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800" b="0">
                <a:solidFill>
                  <a:srgbClr val="0E1420"/>
                </a:solidFill>
                <a:latin typeface="DejaVu Sans"/>
                <a:ea typeface="DejaVu Sans"/>
                <a:cs typeface="DejaVu Sans"/>
              </a:defRPr>
            </a:pPr>
            <a:r>
              <a:rPr sz="1800" b="0">
                <a:solidFill>
                  <a:srgbClr val="0E1420"/>
                </a:solidFill>
                <a:latin typeface="DejaVu Sans"/>
                <a:ea typeface="DejaVu Sans"/>
                <a:cs typeface="DejaVu Sans"/>
              </a:rPr>
              <a:t>Бір айлық төлем мен жылдық міндеттемені бөлек салыстырыңыз</a:t>
            </a:r>
          </a:p>
        </p:txBody>
      </p:sp>
      <p:sp>
        <p:nvSpPr>
          <p:cNvPr id="9" name="Прямоугольник 8">
            <a:extLst xmlns:a="http://schemas.openxmlformats.org/drawingml/2006/main">
              <a:ext uri="{FF2B5EF4-FFF2-40B4-BE49-F238E27FC236}">
                <a16:creationId xmlns:a16="http://schemas.microsoft.com/office/drawing/2014/main" id="{D2CB6BD3-29C2-4685-B56F-BF424F1671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881438"/>
            <a:ext cx="266700" cy="73818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4531"/>
          </a:bodyPr>
          <a:lstStyle xmlns:a="http://schemas.openxmlformats.org/drawingml/2006/main"/>
          <a:p xmlns:a="http://schemas.openxmlformats.org/drawingml/2006/main">
            <a:pPr algn="l">
              <a:buNone/>
              <a:defRPr sz="1800" b="1">
                <a:solidFill>
                  <a:srgbClr val="8FCF25"/>
                </a:solidFill>
                <a:latin typeface="DejaVu Sans"/>
                <a:ea typeface="DejaVu Sans"/>
                <a:cs typeface="DejaVu Sans"/>
              </a:defRPr>
            </a:pPr>
            <a:r>
              <a:rPr sz="1800" b="1">
                <a:solidFill>
                  <a:srgbClr val="8FCF25"/>
                </a:solidFill>
                <a:latin typeface="DejaVu Sans"/>
                <a:ea typeface="DejaVu Sans"/>
                <a:cs typeface="DejaVu Sans"/>
              </a:rPr>
              <a:t>•</a:t>
            </a:r>
          </a:p>
        </p:txBody>
      </p:sp>
      <p:sp>
        <p:nvSpPr>
          <p:cNvPr id="10" name="Прямоугольник 9">
            <a:extLst xmlns:a="http://schemas.openxmlformats.org/drawingml/2006/main">
              <a:ext uri="{FF2B5EF4-FFF2-40B4-BE49-F238E27FC236}">
                <a16:creationId xmlns:a16="http://schemas.microsoft.com/office/drawing/2014/main" id="{BD7CF682-D339-4300-BBCE-D2F4839466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3881438"/>
            <a:ext cx="9925050" cy="73818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800" b="0">
                <a:solidFill>
                  <a:srgbClr val="0E1420"/>
                </a:solidFill>
                <a:latin typeface="DejaVu Sans"/>
                <a:ea typeface="DejaVu Sans"/>
                <a:cs typeface="DejaVu Sans"/>
              </a:defRPr>
            </a:pPr>
            <a:r>
              <a:rPr sz="1800" b="0">
                <a:solidFill>
                  <a:srgbClr val="0E1420"/>
                </a:solidFill>
                <a:latin typeface="DejaVu Sans"/>
                <a:ea typeface="DejaVu Sans"/>
                <a:cs typeface="DejaVu Sans"/>
              </a:rPr>
              <a:t>Келесі төлем күнін және автоматты жаңартуды тексеріңіз</a:t>
            </a:r>
          </a:p>
        </p:txBody>
      </p:sp>
      <p:sp>
        <p:nvSpPr>
          <p:cNvPr id="11" name="Прямоугольник 10">
            <a:extLst xmlns:a="http://schemas.openxmlformats.org/drawingml/2006/main">
              <a:ext uri="{FF2B5EF4-FFF2-40B4-BE49-F238E27FC236}">
                <a16:creationId xmlns:a16="http://schemas.microsoft.com/office/drawing/2014/main" id="{364A963F-17E1-473B-8CD5-6E67BD2EDE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5334000"/>
            <a:ext cx="107632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500" b="1">
                <a:solidFill>
                  <a:srgbClr val="D94B4B"/>
                </a:solidFill>
                <a:latin typeface="DejaVu Sans"/>
                <a:ea typeface="DejaVu Sans"/>
                <a:cs typeface="DejaVu Sans"/>
              </a:defRPr>
            </a:pPr>
            <a:r>
              <a:rPr sz="1500" b="1">
                <a:solidFill>
                  <a:srgbClr val="D94B4B"/>
                </a:solidFill>
                <a:latin typeface="DejaVu Sans"/>
                <a:ea typeface="DejaVu Sans"/>
                <a:cs typeface="DejaVu Sans"/>
              </a:rPr>
              <a:t>Баға мен лимит өзгеруі мүмкін. Соңғы соманы тек өз аккаунтыңыздан тексеріңіз.</a:t>
            </a:r>
          </a:p>
        </p:txBody>
      </p:sp>
      <p:sp>
        <p:nvSpPr>
          <p:cNvPr id="12" name="Прямоугольник 11">
            <a:extLst xmlns:a="http://schemas.openxmlformats.org/drawingml/2006/main">
              <a:ext uri="{FF2B5EF4-FFF2-40B4-BE49-F238E27FC236}">
                <a16:creationId xmlns:a16="http://schemas.microsoft.com/office/drawing/2014/main" id="{AA0B2822-6A6C-40F0-815C-992E3EA396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9850"/>
            <a:ext cx="476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5679" lnSpcReduction="1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900" b="0">
                <a:solidFill>
                  <a:srgbClr val="59616E"/>
                </a:solidFill>
                <a:latin typeface="DejaVu Sans"/>
                <a:ea typeface="DejaVu Sans"/>
                <a:cs typeface="DejaVu Sans"/>
              </a:defRPr>
            </a:pPr>
            <a:r>
              <a:rPr sz="900" b="0">
                <a:solidFill>
                  <a:srgbClr val="59616E"/>
                </a:solidFill>
                <a:latin typeface="DejaVu Sans"/>
                <a:ea typeface="DejaVu Sans"/>
                <a:cs typeface="DejaVu Sans"/>
              </a:rPr>
              <a:t>56</a:t>
            </a:r>
          </a:p>
        </p:txBody>
      </p:sp>
    </p:spTree>
    <p:extLst>
      <p:ext uri="{BB962C8B-B14F-4D97-AF65-F5344CB8AC3E}">
        <p14:creationId xmlns:p14="http://schemas.microsoft.com/office/powerpoint/2010/main" val="1487707279"/>
      </p:ext>
    </p:extLst>
  </p:cSld>
</p:sld>
</file>

<file path=ppt/slides/slide57.xml><?xml version="1.0" encoding="utf-8"?>
<p:sld xmlns:p="http://schemas.openxmlformats.org/presentationml/2006/main">
  <p:cSld>
    <p:bg>
      <p:bgPr>
        <a:solidFill xmlns:a="http://schemas.openxmlformats.org/drawingml/2006/main">
          <a:srgbClr val="0E142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Прямоугольник 14">
            <a:extLst xmlns:a="http://schemas.openxmlformats.org/drawingml/2006/main">
              <a:ext uri="{FF2B5EF4-FFF2-40B4-BE49-F238E27FC236}">
                <a16:creationId xmlns:a16="http://schemas.microsoft.com/office/drawing/2014/main" id="{0393AA75-09A1-436A-B67D-933854684F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28600"/>
            <a:ext cx="3810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9808" lnSpcReduction="1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B8F238"/>
                </a:solidFill>
                <a:latin typeface="DejaVu Sans"/>
                <a:ea typeface="DejaVu Sans"/>
                <a:cs typeface="DejaVu Sans"/>
              </a:defRPr>
            </a:pPr>
            <a:r>
              <a:rPr sz="975" b="1">
                <a:solidFill>
                  <a:srgbClr val="B8F238"/>
                </a:solidFill>
                <a:latin typeface="DejaVu Sans"/>
                <a:ea typeface="DejaVu Sans"/>
                <a:cs typeface="DejaVu Sans"/>
              </a:rPr>
              <a:t>ЖЕКЕ ПРАКТИКА</a:t>
            </a:r>
          </a:p>
        </p:txBody>
      </p:sp>
      <p:sp>
        <p:nvSpPr>
          <p:cNvPr id="2" name="Прямоугольник 1">
            <a:extLst xmlns:a="http://schemas.openxmlformats.org/drawingml/2006/main">
              <a:ext uri="{FF2B5EF4-FFF2-40B4-BE49-F238E27FC236}">
                <a16:creationId xmlns:a16="http://schemas.microsoft.com/office/drawing/2014/main" id="{68E26DAB-2041-487F-A3AA-E16A653FFE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552450"/>
            <a:ext cx="107632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FFFFFF"/>
                </a:solidFill>
                <a:latin typeface="DejaVu Sans"/>
                <a:ea typeface="DejaVu Sans"/>
                <a:cs typeface="DejaVu Sans"/>
              </a:defRPr>
            </a:pPr>
            <a:r>
              <a:rPr sz="2550" b="1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Өзіңіздің жұмыс міндетіңіз</a:t>
            </a:r>
          </a:p>
        </p:txBody>
      </p:sp>
      <p:sp>
        <p:nvSpPr>
          <p:cNvPr id="3" name="Прямоугольник 2">
            <a:extLst xmlns:a="http://schemas.openxmlformats.org/drawingml/2006/main">
              <a:ext uri="{FF2B5EF4-FFF2-40B4-BE49-F238E27FC236}">
                <a16:creationId xmlns:a16="http://schemas.microsoft.com/office/drawing/2014/main" id="{3CFE9727-AB95-46DA-B466-F9C89888CC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1428750"/>
            <a:ext cx="2667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4531"/>
          </a:bodyPr>
          <a:lstStyle xmlns:a="http://schemas.openxmlformats.org/drawingml/2006/main"/>
          <a:p xmlns:a="http://schemas.openxmlformats.org/drawingml/2006/main">
            <a:pPr algn="l">
              <a:buNone/>
              <a:defRPr sz="1800" b="1">
                <a:solidFill>
                  <a:srgbClr val="8FCF25"/>
                </a:solidFill>
                <a:latin typeface="DejaVu Sans"/>
                <a:ea typeface="DejaVu Sans"/>
                <a:cs typeface="DejaVu Sans"/>
              </a:defRPr>
            </a:pPr>
            <a:r>
              <a:rPr sz="1800" b="1">
                <a:solidFill>
                  <a:srgbClr val="8FCF25"/>
                </a:solidFill>
                <a:latin typeface="DejaVu Sans"/>
                <a:ea typeface="DejaVu Sans"/>
                <a:cs typeface="DejaVu Sans"/>
              </a:rPr>
              <a:t>•</a:t>
            </a:r>
          </a:p>
        </p:txBody>
      </p:sp>
      <p:sp>
        <p:nvSpPr>
          <p:cNvPr id="4" name="Прямоугольник 3">
            <a:extLst xmlns:a="http://schemas.openxmlformats.org/drawingml/2006/main">
              <a:ext uri="{FF2B5EF4-FFF2-40B4-BE49-F238E27FC236}">
                <a16:creationId xmlns:a16="http://schemas.microsoft.com/office/drawing/2014/main" id="{EA622B1E-EE69-40E9-B57E-A91978B1E2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1428750"/>
            <a:ext cx="99250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800" b="0">
                <a:solidFill>
                  <a:srgbClr val="FFFFFF"/>
                </a:solidFill>
                <a:latin typeface="DejaVu Sans"/>
                <a:ea typeface="DejaVu Sans"/>
                <a:cs typeface="DejaVu Sans"/>
              </a:defRPr>
            </a:pPr>
            <a:r>
              <a:rPr sz="1800" b="0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Қызметтік хабарлама немесе хат</a:t>
            </a:r>
          </a:p>
        </p:txBody>
      </p:sp>
      <p:sp>
        <p:nvSpPr>
          <p:cNvPr id="5" name="Прямоугольник 4">
            <a:extLst xmlns:a="http://schemas.openxmlformats.org/drawingml/2006/main">
              <a:ext uri="{FF2B5EF4-FFF2-40B4-BE49-F238E27FC236}">
                <a16:creationId xmlns:a16="http://schemas.microsoft.com/office/drawing/2014/main" id="{8A20A8DC-5077-4CF2-AD45-141FB9208B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057400"/>
            <a:ext cx="2667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4531"/>
          </a:bodyPr>
          <a:lstStyle xmlns:a="http://schemas.openxmlformats.org/drawingml/2006/main"/>
          <a:p xmlns:a="http://schemas.openxmlformats.org/drawingml/2006/main">
            <a:pPr algn="l">
              <a:buNone/>
              <a:defRPr sz="1800" b="1">
                <a:solidFill>
                  <a:srgbClr val="8FCF25"/>
                </a:solidFill>
                <a:latin typeface="DejaVu Sans"/>
                <a:ea typeface="DejaVu Sans"/>
                <a:cs typeface="DejaVu Sans"/>
              </a:defRPr>
            </a:pPr>
            <a:r>
              <a:rPr sz="1800" b="1">
                <a:solidFill>
                  <a:srgbClr val="8FCF25"/>
                </a:solidFill>
                <a:latin typeface="DejaVu Sans"/>
                <a:ea typeface="DejaVu Sans"/>
                <a:cs typeface="DejaVu Sans"/>
              </a:rPr>
              <a:t>•</a:t>
            </a:r>
          </a:p>
        </p:txBody>
      </p:sp>
      <p:sp>
        <p:nvSpPr>
          <p:cNvPr id="6" name="Прямоугольник 5">
            <a:extLst xmlns:a="http://schemas.openxmlformats.org/drawingml/2006/main">
              <a:ext uri="{FF2B5EF4-FFF2-40B4-BE49-F238E27FC236}">
                <a16:creationId xmlns:a16="http://schemas.microsoft.com/office/drawing/2014/main" id="{48AD08B5-B53A-4871-A1F5-AE4EB0B5CA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2057400"/>
            <a:ext cx="99250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800" b="0">
                <a:solidFill>
                  <a:srgbClr val="FFFFFF"/>
                </a:solidFill>
                <a:latin typeface="DejaVu Sans"/>
                <a:ea typeface="DejaVu Sans"/>
                <a:cs typeface="DejaVu Sans"/>
              </a:defRPr>
            </a:pPr>
            <a:r>
              <a:rPr sz="1800" b="0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Хаттамадан тапсырмалар</a:t>
            </a:r>
          </a:p>
        </p:txBody>
      </p:sp>
      <p:sp>
        <p:nvSpPr>
          <p:cNvPr id="7" name="Прямоугольник 6">
            <a:extLst xmlns:a="http://schemas.openxmlformats.org/drawingml/2006/main">
              <a:ext uri="{FF2B5EF4-FFF2-40B4-BE49-F238E27FC236}">
                <a16:creationId xmlns:a16="http://schemas.microsoft.com/office/drawing/2014/main" id="{3C84B016-0BDD-414B-81B9-06055B9426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686050"/>
            <a:ext cx="2667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4531"/>
          </a:bodyPr>
          <a:lstStyle xmlns:a="http://schemas.openxmlformats.org/drawingml/2006/main"/>
          <a:p xmlns:a="http://schemas.openxmlformats.org/drawingml/2006/main">
            <a:pPr algn="l">
              <a:buNone/>
              <a:defRPr sz="1800" b="1">
                <a:solidFill>
                  <a:srgbClr val="8FCF25"/>
                </a:solidFill>
                <a:latin typeface="DejaVu Sans"/>
                <a:ea typeface="DejaVu Sans"/>
                <a:cs typeface="DejaVu Sans"/>
              </a:defRPr>
            </a:pPr>
            <a:r>
              <a:rPr sz="1800" b="1">
                <a:solidFill>
                  <a:srgbClr val="8FCF25"/>
                </a:solidFill>
                <a:latin typeface="DejaVu Sans"/>
                <a:ea typeface="DejaVu Sans"/>
                <a:cs typeface="DejaVu Sans"/>
              </a:rPr>
              <a:t>•</a:t>
            </a:r>
          </a:p>
        </p:txBody>
      </p:sp>
      <p:sp>
        <p:nvSpPr>
          <p:cNvPr id="8" name="Прямоугольник 7">
            <a:extLst xmlns:a="http://schemas.openxmlformats.org/drawingml/2006/main">
              <a:ext uri="{FF2B5EF4-FFF2-40B4-BE49-F238E27FC236}">
                <a16:creationId xmlns:a16="http://schemas.microsoft.com/office/drawing/2014/main" id="{D2C9C70A-0147-4B91-BDB0-D16A4B125E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2686050"/>
            <a:ext cx="99250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800" b="0">
                <a:solidFill>
                  <a:srgbClr val="FFFFFF"/>
                </a:solidFill>
                <a:latin typeface="DejaVu Sans"/>
                <a:ea typeface="DejaVu Sans"/>
                <a:cs typeface="DejaVu Sans"/>
              </a:defRPr>
            </a:pPr>
            <a:r>
              <a:rPr sz="1800" b="0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Оқу Excel кестесін талдау</a:t>
            </a:r>
          </a:p>
        </p:txBody>
      </p:sp>
      <p:sp>
        <p:nvSpPr>
          <p:cNvPr id="9" name="Прямоугольник 8">
            <a:extLst xmlns:a="http://schemas.openxmlformats.org/drawingml/2006/main">
              <a:ext uri="{FF2B5EF4-FFF2-40B4-BE49-F238E27FC236}">
                <a16:creationId xmlns:a16="http://schemas.microsoft.com/office/drawing/2014/main" id="{C64D68B9-7D63-401A-9951-857735A9BC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314700"/>
            <a:ext cx="2667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4531"/>
          </a:bodyPr>
          <a:lstStyle xmlns:a="http://schemas.openxmlformats.org/drawingml/2006/main"/>
          <a:p xmlns:a="http://schemas.openxmlformats.org/drawingml/2006/main">
            <a:pPr algn="l">
              <a:buNone/>
              <a:defRPr sz="1800" b="1">
                <a:solidFill>
                  <a:srgbClr val="8FCF25"/>
                </a:solidFill>
                <a:latin typeface="DejaVu Sans"/>
                <a:ea typeface="DejaVu Sans"/>
                <a:cs typeface="DejaVu Sans"/>
              </a:defRPr>
            </a:pPr>
            <a:r>
              <a:rPr sz="1800" b="1">
                <a:solidFill>
                  <a:srgbClr val="8FCF25"/>
                </a:solidFill>
                <a:latin typeface="DejaVu Sans"/>
                <a:ea typeface="DejaVu Sans"/>
                <a:cs typeface="DejaVu Sans"/>
              </a:rPr>
              <a:t>•</a:t>
            </a:r>
          </a:p>
        </p:txBody>
      </p:sp>
      <p:sp>
        <p:nvSpPr>
          <p:cNvPr id="10" name="Прямоугольник 9">
            <a:extLst xmlns:a="http://schemas.openxmlformats.org/drawingml/2006/main">
              <a:ext uri="{FF2B5EF4-FFF2-40B4-BE49-F238E27FC236}">
                <a16:creationId xmlns:a16="http://schemas.microsoft.com/office/drawing/2014/main" id="{600A9063-6BFA-4DBA-A031-14EB91EA91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3314700"/>
            <a:ext cx="99250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800" b="0">
                <a:solidFill>
                  <a:srgbClr val="FFFFFF"/>
                </a:solidFill>
                <a:latin typeface="DejaVu Sans"/>
                <a:ea typeface="DejaVu Sans"/>
                <a:cs typeface="DejaVu Sans"/>
              </a:defRPr>
            </a:pPr>
            <a:r>
              <a:rPr sz="1800" b="0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Рұқсат етілген мәтінді түсіндіру</a:t>
            </a:r>
          </a:p>
        </p:txBody>
      </p:sp>
      <p:sp>
        <p:nvSpPr>
          <p:cNvPr id="11" name="Прямоугольник 10">
            <a:extLst xmlns:a="http://schemas.openxmlformats.org/drawingml/2006/main">
              <a:ext uri="{FF2B5EF4-FFF2-40B4-BE49-F238E27FC236}">
                <a16:creationId xmlns:a16="http://schemas.microsoft.com/office/drawing/2014/main" id="{C996CF87-7879-4A0F-8A1C-A7E266B626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943350"/>
            <a:ext cx="2667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4531"/>
          </a:bodyPr>
          <a:lstStyle xmlns:a="http://schemas.openxmlformats.org/drawingml/2006/main"/>
          <a:p xmlns:a="http://schemas.openxmlformats.org/drawingml/2006/main">
            <a:pPr algn="l">
              <a:buNone/>
              <a:defRPr sz="1800" b="1">
                <a:solidFill>
                  <a:srgbClr val="8FCF25"/>
                </a:solidFill>
                <a:latin typeface="DejaVu Sans"/>
                <a:ea typeface="DejaVu Sans"/>
                <a:cs typeface="DejaVu Sans"/>
              </a:defRPr>
            </a:pPr>
            <a:r>
              <a:rPr sz="1800" b="1">
                <a:solidFill>
                  <a:srgbClr val="8FCF25"/>
                </a:solidFill>
                <a:latin typeface="DejaVu Sans"/>
                <a:ea typeface="DejaVu Sans"/>
                <a:cs typeface="DejaVu Sans"/>
              </a:rPr>
              <a:t>•</a:t>
            </a:r>
          </a:p>
        </p:txBody>
      </p:sp>
      <p:sp>
        <p:nvSpPr>
          <p:cNvPr id="12" name="Прямоугольник 11">
            <a:extLst xmlns:a="http://schemas.openxmlformats.org/drawingml/2006/main">
              <a:ext uri="{FF2B5EF4-FFF2-40B4-BE49-F238E27FC236}">
                <a16:creationId xmlns:a16="http://schemas.microsoft.com/office/drawing/2014/main" id="{A6B73251-7544-44EB-8490-4ACA6BAE48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3943350"/>
            <a:ext cx="99250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800" b="0">
                <a:solidFill>
                  <a:srgbClr val="FFFFFF"/>
                </a:solidFill>
                <a:latin typeface="DejaVu Sans"/>
                <a:ea typeface="DejaVu Sans"/>
                <a:cs typeface="DejaVu Sans"/>
              </a:defRPr>
            </a:pPr>
            <a:r>
              <a:rPr sz="1800" b="0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Оқу тестін немесе презентация құрылымын жасау</a:t>
            </a:r>
          </a:p>
        </p:txBody>
      </p:sp>
      <p:sp>
        <p:nvSpPr>
          <p:cNvPr id="13" name="Прямоугольник 12">
            <a:extLst xmlns:a="http://schemas.openxmlformats.org/drawingml/2006/main">
              <a:ext uri="{FF2B5EF4-FFF2-40B4-BE49-F238E27FC236}">
                <a16:creationId xmlns:a16="http://schemas.microsoft.com/office/drawing/2014/main" id="{7696F805-52D8-4D20-8F38-5400190111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5286375"/>
            <a:ext cx="107632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725" b="1">
                <a:solidFill>
                  <a:srgbClr val="B8F238"/>
                </a:solidFill>
                <a:latin typeface="DejaVu Sans"/>
                <a:ea typeface="DejaVu Sans"/>
                <a:cs typeface="DejaVu Sans"/>
              </a:defRPr>
            </a:pPr>
            <a:r>
              <a:rPr sz="1725" b="1">
                <a:solidFill>
                  <a:srgbClr val="B8F238"/>
                </a:solidFill>
                <a:latin typeface="DejaVu Sans"/>
                <a:ea typeface="DejaVu Sans"/>
                <a:cs typeface="DejaVu Sans"/>
              </a:rPr>
              <a:t>Бір міндет таңдаңыз. Құпия деректі алып тастаңыз. Нәтижені тексеріп сақтаңыз.</a:t>
            </a:r>
          </a:p>
        </p:txBody>
      </p:sp>
      <p:sp>
        <p:nvSpPr>
          <p:cNvPr id="14" name="Прямоугольник 13">
            <a:extLst xmlns:a="http://schemas.openxmlformats.org/drawingml/2006/main">
              <a:ext uri="{FF2B5EF4-FFF2-40B4-BE49-F238E27FC236}">
                <a16:creationId xmlns:a16="http://schemas.microsoft.com/office/drawing/2014/main" id="{21538131-DF0C-4BFA-BD00-42E83B59F4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9850"/>
            <a:ext cx="476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5679" lnSpcReduction="1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900" b="0">
                <a:solidFill>
                  <a:srgbClr val="59616E"/>
                </a:solidFill>
                <a:latin typeface="DejaVu Sans"/>
                <a:ea typeface="DejaVu Sans"/>
                <a:cs typeface="DejaVu Sans"/>
              </a:defRPr>
            </a:pPr>
            <a:r>
              <a:rPr sz="900" b="0">
                <a:solidFill>
                  <a:srgbClr val="59616E"/>
                </a:solidFill>
                <a:latin typeface="DejaVu Sans"/>
                <a:ea typeface="DejaVu Sans"/>
                <a:cs typeface="DejaVu Sans"/>
              </a:rPr>
              <a:t>57</a:t>
            </a:r>
          </a:p>
        </p:txBody>
      </p:sp>
    </p:spTree>
    <p:extLst>
      <p:ext uri="{BB962C8B-B14F-4D97-AF65-F5344CB8AC3E}">
        <p14:creationId xmlns:p14="http://schemas.microsoft.com/office/powerpoint/2010/main" val="1278189197"/>
      </p:ext>
    </p:extLst>
  </p:cSld>
</p:sld>
</file>

<file path=ppt/slides/slide58.xml><?xml version="1.0" encoding="utf-8"?>
<p:sld xmlns:p="http://schemas.openxmlformats.org/presentationml/2006/main">
  <p:cSld>
    <p:bg>
      <p:bgPr>
        <a:solidFill xmlns:a="http://schemas.openxmlformats.org/drawingml/2006/main">
          <a:srgbClr val="F7F7F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Прямоугольник 15">
            <a:extLst xmlns:a="http://schemas.openxmlformats.org/drawingml/2006/main">
              <a:ext uri="{FF2B5EF4-FFF2-40B4-BE49-F238E27FC236}">
                <a16:creationId xmlns:a16="http://schemas.microsoft.com/office/drawing/2014/main" id="{70229482-2559-4647-8F2B-D2B9E0EC98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28600"/>
            <a:ext cx="3810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9808" lnSpcReduction="1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59616E"/>
                </a:solidFill>
                <a:latin typeface="DejaVu Sans"/>
                <a:ea typeface="DejaVu Sans"/>
                <a:cs typeface="DejaVu Sans"/>
              </a:defRPr>
            </a:pPr>
            <a:r>
              <a:rPr sz="975" b="1">
                <a:solidFill>
                  <a:srgbClr val="59616E"/>
                </a:solidFill>
                <a:latin typeface="DejaVu Sans"/>
                <a:ea typeface="DejaVu Sans"/>
                <a:cs typeface="DejaVu Sans"/>
              </a:rPr>
              <a:t>AI / КҮНДЕ</a:t>
            </a:r>
          </a:p>
        </p:txBody>
      </p:sp>
      <p:sp>
        <p:nvSpPr>
          <p:cNvPr id="2" name="Прямоугольник 1">
            <a:extLst xmlns:a="http://schemas.openxmlformats.org/drawingml/2006/main">
              <a:ext uri="{FF2B5EF4-FFF2-40B4-BE49-F238E27FC236}">
                <a16:creationId xmlns:a16="http://schemas.microsoft.com/office/drawing/2014/main" id="{3118D231-0227-4C80-A6CC-3C74A67F7C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552450"/>
            <a:ext cx="107632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E1420"/>
                </a:solidFill>
                <a:latin typeface="DejaVu Sans"/>
                <a:ea typeface="DejaVu Sans"/>
                <a:cs typeface="DejaVu Sans"/>
              </a:defRPr>
            </a:pPr>
            <a:r>
              <a:rPr sz="2550" b="1">
                <a:solidFill>
                  <a:srgbClr val="0E1420"/>
                </a:solidFill>
                <a:latin typeface="DejaVu Sans"/>
                <a:ea typeface="DejaVu Sans"/>
                <a:cs typeface="DejaVu Sans"/>
              </a:rPr>
              <a:t>Дайын сұрау үлгісі</a:t>
            </a:r>
          </a:p>
        </p:txBody>
      </p:sp>
      <p:sp>
        <p:nvSpPr>
          <p:cNvPr id="3" name="Прямоугольник 2">
            <a:extLst xmlns:a="http://schemas.openxmlformats.org/drawingml/2006/main">
              <a:ext uri="{FF2B5EF4-FFF2-40B4-BE49-F238E27FC236}">
                <a16:creationId xmlns:a16="http://schemas.microsoft.com/office/drawing/2014/main" id="{AB86EEF7-9CAD-4A57-8ABC-F18AB1B3B9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1381125"/>
            <a:ext cx="42862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575" b="1">
                <a:solidFill>
                  <a:srgbClr val="8FCF25"/>
                </a:solidFill>
                <a:latin typeface="DejaVu Sans"/>
                <a:ea typeface="DejaVu Sans"/>
                <a:cs typeface="DejaVu Sans"/>
              </a:defRPr>
            </a:pPr>
            <a:r>
              <a:rPr sz="1575" b="1">
                <a:solidFill>
                  <a:srgbClr val="8FCF25"/>
                </a:solidFill>
                <a:latin typeface="DejaVu Sans"/>
                <a:ea typeface="DejaVu Sans"/>
                <a:cs typeface="DejaVu Sans"/>
              </a:rPr>
              <a:t>1</a:t>
            </a:r>
          </a:p>
        </p:txBody>
      </p:sp>
      <p:sp>
        <p:nvSpPr>
          <p:cNvPr id="4" name="Прямоугольник 3">
            <a:extLst xmlns:a="http://schemas.openxmlformats.org/drawingml/2006/main">
              <a:ext uri="{FF2B5EF4-FFF2-40B4-BE49-F238E27FC236}">
                <a16:creationId xmlns:a16="http://schemas.microsoft.com/office/drawing/2014/main" id="{5A5F09D5-869E-4748-BF72-0297C7CD3C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1381125"/>
            <a:ext cx="94297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725" b="1">
                <a:solidFill>
                  <a:srgbClr val="0E1420"/>
                </a:solidFill>
                <a:latin typeface="DejaVu Sans"/>
                <a:ea typeface="DejaVu Sans"/>
                <a:cs typeface="DejaVu Sans"/>
              </a:defRPr>
            </a:pPr>
            <a:r>
              <a:rPr sz="1725" b="1">
                <a:solidFill>
                  <a:srgbClr val="0E1420"/>
                </a:solidFill>
                <a:latin typeface="DejaVu Sans"/>
                <a:ea typeface="DejaVu Sans"/>
                <a:cs typeface="DejaVu Sans"/>
              </a:rPr>
              <a:t>Маған қажеті: [міндет]</a:t>
            </a:r>
          </a:p>
        </p:txBody>
      </p:sp>
      <p:sp>
        <p:nvSpPr>
          <p:cNvPr id="5" name="Прямоугольник 4">
            <a:extLst xmlns:a="http://schemas.openxmlformats.org/drawingml/2006/main">
              <a:ext uri="{FF2B5EF4-FFF2-40B4-BE49-F238E27FC236}">
                <a16:creationId xmlns:a16="http://schemas.microsoft.com/office/drawing/2014/main" id="{0AEAE472-C268-4246-ADBD-0A240E53FB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085975"/>
            <a:ext cx="42862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575" b="1">
                <a:solidFill>
                  <a:srgbClr val="8FCF25"/>
                </a:solidFill>
                <a:latin typeface="DejaVu Sans"/>
                <a:ea typeface="DejaVu Sans"/>
                <a:cs typeface="DejaVu Sans"/>
              </a:defRPr>
            </a:pPr>
            <a:r>
              <a:rPr sz="1575" b="1">
                <a:solidFill>
                  <a:srgbClr val="8FCF25"/>
                </a:solidFill>
                <a:latin typeface="DejaVu Sans"/>
                <a:ea typeface="DejaVu Sans"/>
                <a:cs typeface="DejaVu Sans"/>
              </a:rPr>
              <a:t>2</a:t>
            </a:r>
          </a:p>
        </p:txBody>
      </p:sp>
      <p:sp>
        <p:nvSpPr>
          <p:cNvPr id="6" name="Прямоугольник 5">
            <a:extLst xmlns:a="http://schemas.openxmlformats.org/drawingml/2006/main">
              <a:ext uri="{FF2B5EF4-FFF2-40B4-BE49-F238E27FC236}">
                <a16:creationId xmlns:a16="http://schemas.microsoft.com/office/drawing/2014/main" id="{F2C4CBB9-BB1A-4017-A693-D69105460E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2085975"/>
            <a:ext cx="94297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725" b="0">
                <a:solidFill>
                  <a:srgbClr val="0E1420"/>
                </a:solidFill>
                <a:latin typeface="DejaVu Sans"/>
                <a:ea typeface="DejaVu Sans"/>
                <a:cs typeface="DejaVu Sans"/>
              </a:defRPr>
            </a:pPr>
            <a:r>
              <a:rPr sz="1725" b="0">
                <a:solidFill>
                  <a:srgbClr val="0E1420"/>
                </a:solidFill>
                <a:latin typeface="DejaVu Sans"/>
                <a:ea typeface="DejaVu Sans"/>
                <a:cs typeface="DejaVu Sans"/>
              </a:rPr>
              <a:t>Бастапқы</a:t>
            </a:r>
            <a:r>
              <a:rPr sz="1725" b="0">
                <a:solidFill>
                  <a:srgbClr val="0E1420"/>
                </a:solidFill>
                <a:latin typeface="DejaVu Sans"/>
                <a:ea typeface="DejaVu Sans"/>
                <a:cs typeface="DejaVu Sans"/>
              </a:rPr>
              <a:t> </a:t>
            </a:r>
            <a:r>
              <a:rPr sz="1725" b="0">
                <a:solidFill>
                  <a:srgbClr val="0E1420"/>
                </a:solidFill>
                <a:latin typeface="DejaVu Sans"/>
                <a:ea typeface="DejaVu Sans"/>
                <a:cs typeface="DejaVu Sans"/>
              </a:rPr>
              <a:t>ақпарат</a:t>
            </a:r>
            <a:r>
              <a:rPr sz="1725" b="0">
                <a:solidFill>
                  <a:srgbClr val="0E1420"/>
                </a:solidFill>
                <a:latin typeface="DejaVu Sans"/>
                <a:ea typeface="DejaVu Sans"/>
                <a:cs typeface="DejaVu Sans"/>
              </a:rPr>
              <a:t>: [</a:t>
            </a:r>
            <a:r>
              <a:rPr sz="1725" b="0">
                <a:solidFill>
                  <a:srgbClr val="0E1420"/>
                </a:solidFill>
                <a:latin typeface="DejaVu Sans"/>
                <a:ea typeface="DejaVu Sans"/>
                <a:cs typeface="DejaVu Sans"/>
              </a:rPr>
              <a:t>құпиясыз</a:t>
            </a:r>
            <a:r>
              <a:rPr sz="1725" b="0">
                <a:solidFill>
                  <a:srgbClr val="0E1420"/>
                </a:solidFill>
                <a:latin typeface="DejaVu Sans"/>
                <a:ea typeface="DejaVu Sans"/>
                <a:cs typeface="DejaVu Sans"/>
              </a:rPr>
              <a:t> </a:t>
            </a:r>
            <a:r>
              <a:rPr sz="1725" b="0">
                <a:solidFill>
                  <a:srgbClr val="0E1420"/>
                </a:solidFill>
                <a:latin typeface="DejaVu Sans"/>
                <a:ea typeface="DejaVu Sans"/>
                <a:cs typeface="DejaVu Sans"/>
              </a:rPr>
              <a:t>мәтін</a:t>
            </a:r>
            <a:r>
              <a:rPr sz="1725" b="0">
                <a:solidFill>
                  <a:srgbClr val="0E1420"/>
                </a:solidFill>
                <a:latin typeface="DejaVu Sans"/>
                <a:ea typeface="DejaVu Sans"/>
                <a:cs typeface="DejaVu Sans"/>
              </a:rPr>
              <a:t>]</a:t>
            </a:r>
          </a:p>
        </p:txBody>
      </p:sp>
      <p:sp>
        <p:nvSpPr>
          <p:cNvPr id="7" name="Прямоугольник 6">
            <a:extLst xmlns:a="http://schemas.openxmlformats.org/drawingml/2006/main">
              <a:ext uri="{FF2B5EF4-FFF2-40B4-BE49-F238E27FC236}">
                <a16:creationId xmlns:a16="http://schemas.microsoft.com/office/drawing/2014/main" id="{040D9B2D-DA04-44CC-85BF-BC4A6B98EA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790825"/>
            <a:ext cx="42862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575" b="1">
                <a:solidFill>
                  <a:srgbClr val="8FCF25"/>
                </a:solidFill>
                <a:latin typeface="DejaVu Sans"/>
                <a:ea typeface="DejaVu Sans"/>
                <a:cs typeface="DejaVu Sans"/>
              </a:defRPr>
            </a:pPr>
            <a:r>
              <a:rPr sz="1575" b="1">
                <a:solidFill>
                  <a:srgbClr val="8FCF25"/>
                </a:solidFill>
                <a:latin typeface="DejaVu Sans"/>
                <a:ea typeface="DejaVu Sans"/>
                <a:cs typeface="DejaVu Sans"/>
              </a:rPr>
              <a:t>3</a:t>
            </a:r>
          </a:p>
        </p:txBody>
      </p:sp>
      <p:sp>
        <p:nvSpPr>
          <p:cNvPr id="8" name="Прямоугольник 7">
            <a:extLst xmlns:a="http://schemas.openxmlformats.org/drawingml/2006/main">
              <a:ext uri="{FF2B5EF4-FFF2-40B4-BE49-F238E27FC236}">
                <a16:creationId xmlns:a16="http://schemas.microsoft.com/office/drawing/2014/main" id="{29AAD031-AAE2-4DD1-90EA-AC5F5A4991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2790825"/>
            <a:ext cx="94297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725" b="0">
                <a:solidFill>
                  <a:srgbClr val="0E1420"/>
                </a:solidFill>
                <a:latin typeface="DejaVu Sans"/>
                <a:ea typeface="DejaVu Sans"/>
                <a:cs typeface="DejaVu Sans"/>
              </a:defRPr>
            </a:pPr>
            <a:r>
              <a:rPr sz="1725" b="0">
                <a:solidFill>
                  <a:srgbClr val="0E1420"/>
                </a:solidFill>
                <a:latin typeface="DejaVu Sans"/>
                <a:ea typeface="DejaVu Sans"/>
                <a:cs typeface="DejaVu Sans"/>
              </a:rPr>
              <a:t>Жауапты мына түрде бер: [кесте, хат, жоспар]</a:t>
            </a:r>
          </a:p>
        </p:txBody>
      </p:sp>
      <p:sp>
        <p:nvSpPr>
          <p:cNvPr id="9" name="Прямоугольник 8">
            <a:extLst xmlns:a="http://schemas.openxmlformats.org/drawingml/2006/main">
              <a:ext uri="{FF2B5EF4-FFF2-40B4-BE49-F238E27FC236}">
                <a16:creationId xmlns:a16="http://schemas.microsoft.com/office/drawing/2014/main" id="{B877F5B0-59AB-4479-BF0A-C5779A87F3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495675"/>
            <a:ext cx="42862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575" b="1">
                <a:solidFill>
                  <a:srgbClr val="8FCF25"/>
                </a:solidFill>
                <a:latin typeface="DejaVu Sans"/>
                <a:ea typeface="DejaVu Sans"/>
                <a:cs typeface="DejaVu Sans"/>
              </a:defRPr>
            </a:pPr>
            <a:r>
              <a:rPr sz="1575" b="1">
                <a:solidFill>
                  <a:srgbClr val="8FCF25"/>
                </a:solidFill>
                <a:latin typeface="DejaVu Sans"/>
                <a:ea typeface="DejaVu Sans"/>
                <a:cs typeface="DejaVu Sans"/>
              </a:rPr>
              <a:t>4</a:t>
            </a:r>
          </a:p>
        </p:txBody>
      </p:sp>
      <p:sp>
        <p:nvSpPr>
          <p:cNvPr id="10" name="Прямоугольник 9">
            <a:extLst xmlns:a="http://schemas.openxmlformats.org/drawingml/2006/main">
              <a:ext uri="{FF2B5EF4-FFF2-40B4-BE49-F238E27FC236}">
                <a16:creationId xmlns:a16="http://schemas.microsoft.com/office/drawing/2014/main" id="{3FC1E5C9-CA87-485C-9A98-8622AE9465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3495675"/>
            <a:ext cx="94297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725" b="0">
                <a:solidFill>
                  <a:srgbClr val="0E1420"/>
                </a:solidFill>
                <a:latin typeface="DejaVu Sans"/>
                <a:ea typeface="DejaVu Sans"/>
                <a:cs typeface="DejaVu Sans"/>
              </a:defRPr>
            </a:pPr>
            <a:r>
              <a:rPr sz="1725" b="0">
                <a:solidFill>
                  <a:srgbClr val="0E1420"/>
                </a:solidFill>
                <a:latin typeface="DejaVu Sans"/>
                <a:ea typeface="DejaVu Sans"/>
                <a:cs typeface="DejaVu Sans"/>
              </a:rPr>
              <a:t>Тіл және ұзындық: [талап]</a:t>
            </a:r>
          </a:p>
        </p:txBody>
      </p:sp>
      <p:sp>
        <p:nvSpPr>
          <p:cNvPr id="11" name="Прямоугольник 10">
            <a:extLst xmlns:a="http://schemas.openxmlformats.org/drawingml/2006/main">
              <a:ext uri="{FF2B5EF4-FFF2-40B4-BE49-F238E27FC236}">
                <a16:creationId xmlns:a16="http://schemas.microsoft.com/office/drawing/2014/main" id="{77C2E2B0-A2CB-432E-8716-3E40A249C4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4200525"/>
            <a:ext cx="42862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575" b="1">
                <a:solidFill>
                  <a:srgbClr val="8FCF25"/>
                </a:solidFill>
                <a:latin typeface="DejaVu Sans"/>
                <a:ea typeface="DejaVu Sans"/>
                <a:cs typeface="DejaVu Sans"/>
              </a:defRPr>
            </a:pPr>
            <a:r>
              <a:rPr sz="1575" b="1">
                <a:solidFill>
                  <a:srgbClr val="8FCF25"/>
                </a:solidFill>
                <a:latin typeface="DejaVu Sans"/>
                <a:ea typeface="DejaVu Sans"/>
                <a:cs typeface="DejaVu Sans"/>
              </a:rPr>
              <a:t>5</a:t>
            </a:r>
          </a:p>
        </p:txBody>
      </p:sp>
      <p:sp>
        <p:nvSpPr>
          <p:cNvPr id="12" name="Прямоугольник 11">
            <a:extLst xmlns:a="http://schemas.openxmlformats.org/drawingml/2006/main">
              <a:ext uri="{FF2B5EF4-FFF2-40B4-BE49-F238E27FC236}">
                <a16:creationId xmlns:a16="http://schemas.microsoft.com/office/drawing/2014/main" id="{A019FF52-07EF-41A6-8806-D76A163066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4200525"/>
            <a:ext cx="94297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725" b="0">
                <a:solidFill>
                  <a:srgbClr val="0E1420"/>
                </a:solidFill>
                <a:latin typeface="DejaVu Sans"/>
                <a:ea typeface="DejaVu Sans"/>
                <a:cs typeface="DejaVu Sans"/>
              </a:defRPr>
            </a:pPr>
            <a:r>
              <a:rPr sz="1725" b="0">
                <a:solidFill>
                  <a:srgbClr val="0E1420"/>
                </a:solidFill>
                <a:latin typeface="DejaVu Sans"/>
                <a:ea typeface="DejaVu Sans"/>
                <a:cs typeface="DejaVu Sans"/>
              </a:rPr>
              <a:t>Мәтінде жоқ ақпаратты қоспа</a:t>
            </a:r>
          </a:p>
        </p:txBody>
      </p:sp>
      <p:sp>
        <p:nvSpPr>
          <p:cNvPr id="13" name="Прямоугольник 12">
            <a:extLst xmlns:a="http://schemas.openxmlformats.org/drawingml/2006/main">
              <a:ext uri="{FF2B5EF4-FFF2-40B4-BE49-F238E27FC236}">
                <a16:creationId xmlns:a16="http://schemas.microsoft.com/office/drawing/2014/main" id="{655D46FC-BA21-4C5F-B9ED-920F4F0E76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4905375"/>
            <a:ext cx="42862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575" b="1">
                <a:solidFill>
                  <a:srgbClr val="8FCF25"/>
                </a:solidFill>
                <a:latin typeface="DejaVu Sans"/>
                <a:ea typeface="DejaVu Sans"/>
                <a:cs typeface="DejaVu Sans"/>
              </a:defRPr>
            </a:pPr>
            <a:r>
              <a:rPr sz="1575" b="1">
                <a:solidFill>
                  <a:srgbClr val="8FCF25"/>
                </a:solidFill>
                <a:latin typeface="DejaVu Sans"/>
                <a:ea typeface="DejaVu Sans"/>
                <a:cs typeface="DejaVu Sans"/>
              </a:rPr>
              <a:t>6</a:t>
            </a:r>
          </a:p>
        </p:txBody>
      </p:sp>
      <p:sp>
        <p:nvSpPr>
          <p:cNvPr id="14" name="Прямоугольник 13">
            <a:extLst xmlns:a="http://schemas.openxmlformats.org/drawingml/2006/main">
              <a:ext uri="{FF2B5EF4-FFF2-40B4-BE49-F238E27FC236}">
                <a16:creationId xmlns:a16="http://schemas.microsoft.com/office/drawing/2014/main" id="{CB5FC0A4-4625-4D6C-9D6C-389E5F4A31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4905375"/>
            <a:ext cx="94297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725" b="0">
                <a:solidFill>
                  <a:srgbClr val="0E1420"/>
                </a:solidFill>
                <a:latin typeface="DejaVu Sans"/>
                <a:ea typeface="DejaVu Sans"/>
                <a:cs typeface="DejaVu Sans"/>
              </a:defRPr>
            </a:pPr>
            <a:r>
              <a:rPr sz="1725" b="0">
                <a:solidFill>
                  <a:srgbClr val="0E1420"/>
                </a:solidFill>
                <a:latin typeface="DejaVu Sans"/>
                <a:ea typeface="DejaVu Sans"/>
                <a:cs typeface="DejaVu Sans"/>
              </a:rPr>
              <a:t>Мәлімет аз болса, алдымен сұрақ қой</a:t>
            </a:r>
          </a:p>
        </p:txBody>
      </p:sp>
      <p:sp>
        <p:nvSpPr>
          <p:cNvPr id="15" name="Прямоугольник 14">
            <a:extLst xmlns:a="http://schemas.openxmlformats.org/drawingml/2006/main">
              <a:ext uri="{FF2B5EF4-FFF2-40B4-BE49-F238E27FC236}">
                <a16:creationId xmlns:a16="http://schemas.microsoft.com/office/drawing/2014/main" id="{195FB2B3-9A84-46F6-B41E-713D4A5BAA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9850"/>
            <a:ext cx="476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5679" lnSpcReduction="1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900" b="0">
                <a:solidFill>
                  <a:srgbClr val="FFFFFF"/>
                </a:solidFill>
                <a:latin typeface="DejaVu Sans"/>
                <a:ea typeface="DejaVu Sans"/>
                <a:cs typeface="DejaVu Sans"/>
              </a:defRPr>
            </a:pPr>
            <a:r>
              <a:rPr sz="900" b="0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58</a:t>
            </a:r>
          </a:p>
        </p:txBody>
      </p:sp>
    </p:spTree>
    <p:extLst>
      <p:ext uri="{BB962C8B-B14F-4D97-AF65-F5344CB8AC3E}">
        <p14:creationId xmlns:p14="http://schemas.microsoft.com/office/powerpoint/2010/main" val="1331074743"/>
      </p:ext>
    </p:extLst>
  </p:cSld>
</p:sld>
</file>

<file path=ppt/slides/slide59.xml><?xml version="1.0" encoding="utf-8"?>
<p:sld xmlns:p="http://schemas.openxmlformats.org/presentationml/2006/main">
  <p:cSld>
    <p:bg>
      <p:bgPr>
        <a:solidFill xmlns:a="http://schemas.openxmlformats.org/drawingml/2006/main">
          <a:srgbClr val="0E142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Прямоугольник 14">
            <a:extLst xmlns:a="http://schemas.openxmlformats.org/drawingml/2006/main">
              <a:ext uri="{FF2B5EF4-FFF2-40B4-BE49-F238E27FC236}">
                <a16:creationId xmlns:a16="http://schemas.microsoft.com/office/drawing/2014/main" id="{3A57FB84-ABE5-4254-918A-2A7A4945EA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666750"/>
            <a:ext cx="85725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850" b="1">
                <a:solidFill>
                  <a:srgbClr val="FFFFFF"/>
                </a:solidFill>
                <a:latin typeface="DejaVu Sans"/>
                <a:ea typeface="DejaVu Sans"/>
                <a:cs typeface="DejaVu Sans"/>
              </a:defRPr>
            </a:pPr>
            <a:r>
              <a:rPr sz="2850" b="1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Ертең қолданатын 5 қадам</a:t>
            </a:r>
          </a:p>
        </p:txBody>
      </p:sp>
      <p:sp>
        <p:nvSpPr>
          <p:cNvPr id="2" name="Прямоугольник 1">
            <a:extLst xmlns:a="http://schemas.openxmlformats.org/drawingml/2006/main">
              <a:ext uri="{FF2B5EF4-FFF2-40B4-BE49-F238E27FC236}">
                <a16:creationId xmlns:a16="http://schemas.microsoft.com/office/drawing/2014/main" id="{ED01B601-B1B0-43BB-A823-BC75DF814F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1571625"/>
            <a:ext cx="42862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650" b="1">
                <a:solidFill>
                  <a:srgbClr val="B8F238"/>
                </a:solidFill>
                <a:latin typeface="DejaVu Sans"/>
                <a:ea typeface="DejaVu Sans"/>
                <a:cs typeface="DejaVu Sans"/>
              </a:defRPr>
            </a:pPr>
            <a:r>
              <a:rPr sz="1650" b="1">
                <a:solidFill>
                  <a:srgbClr val="B8F238"/>
                </a:solidFill>
                <a:latin typeface="DejaVu Sans"/>
                <a:ea typeface="DejaVu Sans"/>
                <a:cs typeface="DejaVu Sans"/>
              </a:rPr>
              <a:t>1</a:t>
            </a:r>
          </a:p>
        </p:txBody>
      </p:sp>
      <p:sp>
        <p:nvSpPr>
          <p:cNvPr id="3" name="Прямоугольник 2">
            <a:extLst xmlns:a="http://schemas.openxmlformats.org/drawingml/2006/main">
              <a:ext uri="{FF2B5EF4-FFF2-40B4-BE49-F238E27FC236}">
                <a16:creationId xmlns:a16="http://schemas.microsoft.com/office/drawing/2014/main" id="{F0B693CF-77F6-4D01-9117-48B69C37CD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1571625"/>
            <a:ext cx="80962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875" b="1">
                <a:solidFill>
                  <a:srgbClr val="FFFFFF"/>
                </a:solidFill>
                <a:latin typeface="DejaVu Sans"/>
                <a:ea typeface="DejaVu Sans"/>
                <a:cs typeface="DejaVu Sans"/>
              </a:defRPr>
            </a:pPr>
            <a:r>
              <a:rPr sz="1875" b="1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Қауіпсіз міндет таңдаңыз</a:t>
            </a:r>
          </a:p>
        </p:txBody>
      </p:sp>
      <p:sp>
        <p:nvSpPr>
          <p:cNvPr id="4" name="Прямоугольник 3">
            <a:extLst xmlns:a="http://schemas.openxmlformats.org/drawingml/2006/main">
              <a:ext uri="{FF2B5EF4-FFF2-40B4-BE49-F238E27FC236}">
                <a16:creationId xmlns:a16="http://schemas.microsoft.com/office/drawing/2014/main" id="{E2353E09-2482-47FC-9350-0897C64431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352675"/>
            <a:ext cx="42862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650" b="1">
                <a:solidFill>
                  <a:srgbClr val="B8F238"/>
                </a:solidFill>
                <a:latin typeface="DejaVu Sans"/>
                <a:ea typeface="DejaVu Sans"/>
                <a:cs typeface="DejaVu Sans"/>
              </a:defRPr>
            </a:pPr>
            <a:r>
              <a:rPr sz="1650" b="1">
                <a:solidFill>
                  <a:srgbClr val="B8F238"/>
                </a:solidFill>
                <a:latin typeface="DejaVu Sans"/>
                <a:ea typeface="DejaVu Sans"/>
                <a:cs typeface="DejaVu Sans"/>
              </a:rPr>
              <a:t>2</a:t>
            </a:r>
          </a:p>
        </p:txBody>
      </p:sp>
      <p:sp>
        <p:nvSpPr>
          <p:cNvPr id="5" name="Прямоугольник 4">
            <a:extLst xmlns:a="http://schemas.openxmlformats.org/drawingml/2006/main">
              <a:ext uri="{FF2B5EF4-FFF2-40B4-BE49-F238E27FC236}">
                <a16:creationId xmlns:a16="http://schemas.microsoft.com/office/drawing/2014/main" id="{7269AEFD-B570-44D7-8911-B419EE76F9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2352675"/>
            <a:ext cx="80962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875" b="0">
                <a:solidFill>
                  <a:srgbClr val="FFFFFF"/>
                </a:solidFill>
                <a:latin typeface="DejaVu Sans"/>
                <a:ea typeface="DejaVu Sans"/>
                <a:cs typeface="DejaVu Sans"/>
              </a:defRPr>
            </a:pPr>
            <a:r>
              <a:rPr sz="1875" b="0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Нақты сұрау жазыңыз</a:t>
            </a:r>
          </a:p>
        </p:txBody>
      </p:sp>
      <p:sp>
        <p:nvSpPr>
          <p:cNvPr id="6" name="Прямоугольник 5">
            <a:extLst xmlns:a="http://schemas.openxmlformats.org/drawingml/2006/main">
              <a:ext uri="{FF2B5EF4-FFF2-40B4-BE49-F238E27FC236}">
                <a16:creationId xmlns:a16="http://schemas.microsoft.com/office/drawing/2014/main" id="{0C37BF38-1B2F-45B5-BF9B-0FF5E6672D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133725"/>
            <a:ext cx="42862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650" b="1">
                <a:solidFill>
                  <a:srgbClr val="B8F238"/>
                </a:solidFill>
                <a:latin typeface="DejaVu Sans"/>
                <a:ea typeface="DejaVu Sans"/>
                <a:cs typeface="DejaVu Sans"/>
              </a:defRPr>
            </a:pPr>
            <a:r>
              <a:rPr sz="1650" b="1">
                <a:solidFill>
                  <a:srgbClr val="B8F238"/>
                </a:solidFill>
                <a:latin typeface="DejaVu Sans"/>
                <a:ea typeface="DejaVu Sans"/>
                <a:cs typeface="DejaVu Sans"/>
              </a:rPr>
              <a:t>3</a:t>
            </a:r>
          </a:p>
        </p:txBody>
      </p:sp>
      <p:sp>
        <p:nvSpPr>
          <p:cNvPr id="7" name="Прямоугольник 6">
            <a:extLst xmlns:a="http://schemas.openxmlformats.org/drawingml/2006/main">
              <a:ext uri="{FF2B5EF4-FFF2-40B4-BE49-F238E27FC236}">
                <a16:creationId xmlns:a16="http://schemas.microsoft.com/office/drawing/2014/main" id="{CB223A27-DFF0-4A0F-A0F1-F5BE0A8332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3133725"/>
            <a:ext cx="80962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875" b="0">
                <a:solidFill>
                  <a:srgbClr val="FFFFFF"/>
                </a:solidFill>
                <a:latin typeface="DejaVu Sans"/>
                <a:ea typeface="DejaVu Sans"/>
                <a:cs typeface="DejaVu Sans"/>
              </a:defRPr>
            </a:pPr>
            <a:r>
              <a:rPr sz="1875" b="0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Жауапты тексеріңіз</a:t>
            </a:r>
          </a:p>
        </p:txBody>
      </p:sp>
      <p:sp>
        <p:nvSpPr>
          <p:cNvPr id="8" name="Прямоугольник 7">
            <a:extLst xmlns:a="http://schemas.openxmlformats.org/drawingml/2006/main">
              <a:ext uri="{FF2B5EF4-FFF2-40B4-BE49-F238E27FC236}">
                <a16:creationId xmlns:a16="http://schemas.microsoft.com/office/drawing/2014/main" id="{F57DEC2D-01D7-4FE5-9448-DB8BD659E4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914775"/>
            <a:ext cx="42862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650" b="1">
                <a:solidFill>
                  <a:srgbClr val="B8F238"/>
                </a:solidFill>
                <a:latin typeface="DejaVu Sans"/>
                <a:ea typeface="DejaVu Sans"/>
                <a:cs typeface="DejaVu Sans"/>
              </a:defRPr>
            </a:pPr>
            <a:r>
              <a:rPr sz="1650" b="1">
                <a:solidFill>
                  <a:srgbClr val="B8F238"/>
                </a:solidFill>
                <a:latin typeface="DejaVu Sans"/>
                <a:ea typeface="DejaVu Sans"/>
                <a:cs typeface="DejaVu Sans"/>
              </a:rPr>
              <a:t>4</a:t>
            </a:r>
          </a:p>
        </p:txBody>
      </p:sp>
      <p:sp>
        <p:nvSpPr>
          <p:cNvPr id="9" name="Прямоугольник 8">
            <a:extLst xmlns:a="http://schemas.openxmlformats.org/drawingml/2006/main">
              <a:ext uri="{FF2B5EF4-FFF2-40B4-BE49-F238E27FC236}">
                <a16:creationId xmlns:a16="http://schemas.microsoft.com/office/drawing/2014/main" id="{855EBA15-C606-4C09-8224-3A0C2A6078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3914775"/>
            <a:ext cx="80962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875" b="0">
                <a:solidFill>
                  <a:srgbClr val="FFFFFF"/>
                </a:solidFill>
                <a:latin typeface="DejaVu Sans"/>
                <a:ea typeface="DejaVu Sans"/>
                <a:cs typeface="DejaVu Sans"/>
              </a:defRPr>
            </a:pPr>
            <a:r>
              <a:rPr sz="1875" b="0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Қажет болса нақтылаңыз</a:t>
            </a:r>
          </a:p>
        </p:txBody>
      </p:sp>
      <p:sp>
        <p:nvSpPr>
          <p:cNvPr id="10" name="Прямоугольник 9">
            <a:extLst xmlns:a="http://schemas.openxmlformats.org/drawingml/2006/main">
              <a:ext uri="{FF2B5EF4-FFF2-40B4-BE49-F238E27FC236}">
                <a16:creationId xmlns:a16="http://schemas.microsoft.com/office/drawing/2014/main" id="{BD19C1C6-18DB-406D-865B-9151E63115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4695825"/>
            <a:ext cx="42862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650" b="1">
                <a:solidFill>
                  <a:srgbClr val="B8F238"/>
                </a:solidFill>
                <a:latin typeface="DejaVu Sans"/>
                <a:ea typeface="DejaVu Sans"/>
                <a:cs typeface="DejaVu Sans"/>
              </a:defRPr>
            </a:pPr>
            <a:r>
              <a:rPr sz="1650" b="1">
                <a:solidFill>
                  <a:srgbClr val="B8F238"/>
                </a:solidFill>
                <a:latin typeface="DejaVu Sans"/>
                <a:ea typeface="DejaVu Sans"/>
                <a:cs typeface="DejaVu Sans"/>
              </a:rPr>
              <a:t>5</a:t>
            </a:r>
          </a:p>
        </p:txBody>
      </p:sp>
      <p:sp>
        <p:nvSpPr>
          <p:cNvPr id="11" name="Прямоугольник 10">
            <a:extLst xmlns:a="http://schemas.openxmlformats.org/drawingml/2006/main">
              <a:ext uri="{FF2B5EF4-FFF2-40B4-BE49-F238E27FC236}">
                <a16:creationId xmlns:a16="http://schemas.microsoft.com/office/drawing/2014/main" id="{B92C730F-6F52-4E5B-BCBC-ED29C5E0CA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4695825"/>
            <a:ext cx="80962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875" b="0">
                <a:solidFill>
                  <a:srgbClr val="FFFFFF"/>
                </a:solidFill>
                <a:latin typeface="DejaVu Sans"/>
                <a:ea typeface="DejaVu Sans"/>
                <a:cs typeface="DejaVu Sans"/>
              </a:defRPr>
            </a:pPr>
            <a:r>
              <a:rPr sz="1875" b="0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Дайын нәтижені адам бекітеді</a:t>
            </a:r>
          </a:p>
        </p:txBody>
      </p:sp>
      <p:pic>
        <p:nvPicPr>
          <p:cNvPr id="28" name="Рисунок 25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d421f1e67324fec"/>
          <a:stretch xmlns:a="http://schemas.openxmlformats.org/drawingml/2006/main"/>
        </p:blipFill>
        <p:spPr>
          <a:xfrm xmlns:a="http://schemas.openxmlformats.org/drawingml/2006/main">
            <a:off x="9525000" y="1809750"/>
            <a:ext cx="2000250" cy="2000250"/>
          </a:xfrm>
          <a:prstGeom xmlns:a="http://schemas.openxmlformats.org/drawingml/2006/main" prst="rect">
            <a:avLst/>
          </a:prstGeom>
        </p:spPr>
      </p:pic>
      <p:sp>
        <p:nvSpPr>
          <p:cNvPr id="13" name="Прямоугольник 12">
            <a:extLst xmlns:a="http://schemas.openxmlformats.org/drawingml/2006/main">
              <a:ext uri="{FF2B5EF4-FFF2-40B4-BE49-F238E27FC236}">
                <a16:creationId xmlns:a16="http://schemas.microsoft.com/office/drawing/2014/main" id="{074DC7D4-D7E3-4072-814C-11410C6BC4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5905500"/>
            <a:ext cx="10477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B8F238"/>
                </a:solidFill>
                <a:latin typeface="DejaVu Sans"/>
                <a:ea typeface="DejaVu Sans"/>
                <a:cs typeface="DejaVu Sans"/>
              </a:defRPr>
            </a:pPr>
            <a:r>
              <a:rPr sz="1200" b="0">
                <a:solidFill>
                  <a:srgbClr val="B8F238"/>
                </a:solidFill>
                <a:latin typeface="DejaVu Sans"/>
                <a:ea typeface="DejaVu Sans"/>
                <a:cs typeface="DejaVu Sans"/>
              </a:rPr>
              <a:t>Материалдар: nursultannurmukhamet.github.io/ai-masterclass-materials/</a:t>
            </a:r>
          </a:p>
        </p:txBody>
      </p:sp>
      <p:sp>
        <p:nvSpPr>
          <p:cNvPr id="14" name="Прямоугольник 13">
            <a:extLst xmlns:a="http://schemas.openxmlformats.org/drawingml/2006/main">
              <a:ext uri="{FF2B5EF4-FFF2-40B4-BE49-F238E27FC236}">
                <a16:creationId xmlns:a16="http://schemas.microsoft.com/office/drawing/2014/main" id="{D5D89DA7-2F09-4779-BC6F-BE2BAD6DCC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9850"/>
            <a:ext cx="476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5679" lnSpcReduction="1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900" b="0">
                <a:solidFill>
                  <a:srgbClr val="59616E"/>
                </a:solidFill>
                <a:latin typeface="DejaVu Sans"/>
                <a:ea typeface="DejaVu Sans"/>
                <a:cs typeface="DejaVu Sans"/>
              </a:defRPr>
            </a:pPr>
            <a:r>
              <a:rPr sz="900" b="0">
                <a:solidFill>
                  <a:srgbClr val="59616E"/>
                </a:solidFill>
                <a:latin typeface="DejaVu Sans"/>
                <a:ea typeface="DejaVu Sans"/>
                <a:cs typeface="DejaVu Sans"/>
              </a:rPr>
              <a:t>59</a:t>
            </a:r>
          </a:p>
        </p:txBody>
      </p:sp>
    </p:spTree>
    <p:extLst>
      <p:ext uri="{BB962C8B-B14F-4D97-AF65-F5344CB8AC3E}">
        <p14:creationId xmlns:p14="http://schemas.microsoft.com/office/powerpoint/2010/main" val="1292797134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2026-09-21T09:39:00.5650000Z</dcterms:created>
  <dcterms:modified xsi:type="dcterms:W3CDTF">2026-09-21T09:39:00.5650000Z</dcterms:modified>
</coreProperties>
</file>