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06d84aad964f37" /><Relationship Type="http://schemas.openxmlformats.org/officeDocument/2006/relationships/extended-properties" Target="/docProps/app.xml" Id="Rc8b90ffca2c34364" /><Relationship Type="http://schemas.openxmlformats.org/officeDocument/2006/relationships/officeDocument" Target="/ppt/presentation.xml" Id="R3b981fbbb25a4c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3bc131a0064773"/>
  </p:sldMasterIdLst>
  <p:notesMasterIdLst>
    <p:notesMasterId xmlns:r="http://schemas.openxmlformats.org/officeDocument/2006/relationships" r:id="R3dfbf72faf674251"/>
  </p:notesMasterIdLst>
  <p:sldIdLst>
    <p:sldId xmlns:r="http://schemas.openxmlformats.org/officeDocument/2006/relationships" id="256" r:id="Rabc7894e9eef48f5"/>
    <p:sldId xmlns:r="http://schemas.openxmlformats.org/officeDocument/2006/relationships" id="257" r:id="R58ff3a76b94142c9"/>
    <p:sldId xmlns:r="http://schemas.openxmlformats.org/officeDocument/2006/relationships" id="258" r:id="R737b7597b4b04e84"/>
    <p:sldId xmlns:r="http://schemas.openxmlformats.org/officeDocument/2006/relationships" id="259" r:id="R3ce7b1e68506499d"/>
    <p:sldId xmlns:r="http://schemas.openxmlformats.org/officeDocument/2006/relationships" id="260" r:id="Ra3c17c2450004c15"/>
    <p:sldId xmlns:r="http://schemas.openxmlformats.org/officeDocument/2006/relationships" id="261" r:id="R90f7ffec1dab436e"/>
    <p:sldId xmlns:r="http://schemas.openxmlformats.org/officeDocument/2006/relationships" id="262" r:id="R100c870a01b744a1"/>
    <p:sldId xmlns:r="http://schemas.openxmlformats.org/officeDocument/2006/relationships" id="263" r:id="R341e6755ff4e4a75"/>
    <p:sldId xmlns:r="http://schemas.openxmlformats.org/officeDocument/2006/relationships" id="264" r:id="R210f2542141d4194"/>
    <p:sldId xmlns:r="http://schemas.openxmlformats.org/officeDocument/2006/relationships" id="265" r:id="R689c667d68434d92"/>
    <p:sldId xmlns:r="http://schemas.openxmlformats.org/officeDocument/2006/relationships" id="266" r:id="R93b564afafb64c8e"/>
    <p:sldId xmlns:r="http://schemas.openxmlformats.org/officeDocument/2006/relationships" id="267" r:id="Rb40d7095b66b4aa2"/>
    <p:sldId xmlns:r="http://schemas.openxmlformats.org/officeDocument/2006/relationships" id="268" r:id="R8fcabdcdc1434679"/>
    <p:sldId xmlns:r="http://schemas.openxmlformats.org/officeDocument/2006/relationships" id="269" r:id="R7dd315c3e1bf46b9"/>
    <p:sldId xmlns:r="http://schemas.openxmlformats.org/officeDocument/2006/relationships" id="270" r:id="Rf68106e4af2c48c5"/>
    <p:sldId xmlns:r="http://schemas.openxmlformats.org/officeDocument/2006/relationships" id="271" r:id="R0c83a4137ee54b86"/>
    <p:sldId xmlns:r="http://schemas.openxmlformats.org/officeDocument/2006/relationships" id="272" r:id="R7c04776338e34cfc"/>
    <p:sldId xmlns:r="http://schemas.openxmlformats.org/officeDocument/2006/relationships" id="273" r:id="Rd6460c8541ad4d06"/>
    <p:sldId xmlns:r="http://schemas.openxmlformats.org/officeDocument/2006/relationships" id="274" r:id="Rb579d250197d4aad"/>
    <p:sldId xmlns:r="http://schemas.openxmlformats.org/officeDocument/2006/relationships" id="275" r:id="R1e81eb813e9a4c91"/>
    <p:sldId xmlns:r="http://schemas.openxmlformats.org/officeDocument/2006/relationships" id="276" r:id="Rb7a67b0194b449d3"/>
    <p:sldId xmlns:r="http://schemas.openxmlformats.org/officeDocument/2006/relationships" id="277" r:id="R5ce1b339eeaa41c2"/>
    <p:sldId xmlns:r="http://schemas.openxmlformats.org/officeDocument/2006/relationships" id="278" r:id="R552b4ec2b7b84605"/>
    <p:sldId xmlns:r="http://schemas.openxmlformats.org/officeDocument/2006/relationships" id="279" r:id="Rf63763e29cc54cab"/>
    <p:sldId xmlns:r="http://schemas.openxmlformats.org/officeDocument/2006/relationships" id="280" r:id="Rd2fa6c5242814ef6"/>
    <p:sldId xmlns:r="http://schemas.openxmlformats.org/officeDocument/2006/relationships" id="281" r:id="Rabb7d8962e8f4aa9"/>
    <p:sldId xmlns:r="http://schemas.openxmlformats.org/officeDocument/2006/relationships" id="282" r:id="R9137fb836662472a"/>
    <p:sldId xmlns:r="http://schemas.openxmlformats.org/officeDocument/2006/relationships" id="283" r:id="Rf403913d07c540ba"/>
    <p:sldId xmlns:r="http://schemas.openxmlformats.org/officeDocument/2006/relationships" id="284" r:id="Rc3184d39443f4128"/>
    <p:sldId xmlns:r="http://schemas.openxmlformats.org/officeDocument/2006/relationships" id="285" r:id="R72ca7c8df5cc423e"/>
    <p:sldId xmlns:r="http://schemas.openxmlformats.org/officeDocument/2006/relationships" id="286" r:id="R56a9535e65fc4d66"/>
    <p:sldId xmlns:r="http://schemas.openxmlformats.org/officeDocument/2006/relationships" id="287" r:id="R4da0e1e2f097493b"/>
    <p:sldId xmlns:r="http://schemas.openxmlformats.org/officeDocument/2006/relationships" id="288" r:id="Rb5f8368768594dae"/>
    <p:sldId xmlns:r="http://schemas.openxmlformats.org/officeDocument/2006/relationships" id="289" r:id="R0c1701ed27734495"/>
    <p:sldId xmlns:r="http://schemas.openxmlformats.org/officeDocument/2006/relationships" id="290" r:id="R5f5d6ec655064663"/>
    <p:sldId xmlns:r="http://schemas.openxmlformats.org/officeDocument/2006/relationships" id="291" r:id="Rf6831ae93a994be6"/>
    <p:sldId xmlns:r="http://schemas.openxmlformats.org/officeDocument/2006/relationships" id="292" r:id="Rcd173a5e98d740ff"/>
    <p:sldId xmlns:r="http://schemas.openxmlformats.org/officeDocument/2006/relationships" id="293" r:id="R043033ec888943f3"/>
    <p:sldId xmlns:r="http://schemas.openxmlformats.org/officeDocument/2006/relationships" id="294" r:id="R4da86d3289b14e27"/>
    <p:sldId xmlns:r="http://schemas.openxmlformats.org/officeDocument/2006/relationships" id="295" r:id="R08cee756206c4f07"/>
    <p:sldId xmlns:r="http://schemas.openxmlformats.org/officeDocument/2006/relationships" id="296" r:id="R8abd8b23248841b6"/>
    <p:sldId xmlns:r="http://schemas.openxmlformats.org/officeDocument/2006/relationships" id="297" r:id="Ra733d96961614f8d"/>
    <p:sldId xmlns:r="http://schemas.openxmlformats.org/officeDocument/2006/relationships" id="298" r:id="R2a6067bc42fd4d26"/>
    <p:sldId xmlns:r="http://schemas.openxmlformats.org/officeDocument/2006/relationships" id="299" r:id="R055a6f9be8c948f1"/>
    <p:sldId xmlns:r="http://schemas.openxmlformats.org/officeDocument/2006/relationships" id="300" r:id="R85fd5e6c85514385"/>
    <p:sldId xmlns:r="http://schemas.openxmlformats.org/officeDocument/2006/relationships" id="301" r:id="R198efd662a6840ec"/>
    <p:sldId xmlns:r="http://schemas.openxmlformats.org/officeDocument/2006/relationships" id="302" r:id="R9e3a19887be74c6e"/>
    <p:sldId xmlns:r="http://schemas.openxmlformats.org/officeDocument/2006/relationships" id="303" r:id="R307e3856a3e54ce1"/>
    <p:sldId xmlns:r="http://schemas.openxmlformats.org/officeDocument/2006/relationships" id="304" r:id="Rec7ba0b54bda4821"/>
    <p:sldId xmlns:r="http://schemas.openxmlformats.org/officeDocument/2006/relationships" id="305" r:id="R9986358d529d4d8e"/>
    <p:sldId xmlns:r="http://schemas.openxmlformats.org/officeDocument/2006/relationships" id="306" r:id="R748b341c6c5e4e03"/>
    <p:sldId xmlns:r="http://schemas.openxmlformats.org/officeDocument/2006/relationships" id="307" r:id="R5980a2da6df64b95"/>
    <p:sldId xmlns:r="http://schemas.openxmlformats.org/officeDocument/2006/relationships" id="308" r:id="R49108994903847fe"/>
    <p:sldId xmlns:r="http://schemas.openxmlformats.org/officeDocument/2006/relationships" id="309" r:id="R585cff85dded4eb6"/>
    <p:sldId xmlns:r="http://schemas.openxmlformats.org/officeDocument/2006/relationships" id="310" r:id="R451499bb2f9c4cc3"/>
    <p:sldId xmlns:r="http://schemas.openxmlformats.org/officeDocument/2006/relationships" id="311" r:id="R85aab9d4333b45a8"/>
    <p:sldId xmlns:r="http://schemas.openxmlformats.org/officeDocument/2006/relationships" id="312" r:id="Ra7829f810022405d"/>
    <p:sldId xmlns:r="http://schemas.openxmlformats.org/officeDocument/2006/relationships" id="313" r:id="R9ad13c22894a4476"/>
    <p:sldId xmlns:r="http://schemas.openxmlformats.org/officeDocument/2006/relationships" id="314" r:id="Rcf8d6277d88a41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a142950e134502" /><Relationship Type="http://schemas.openxmlformats.org/officeDocument/2006/relationships/slideMaster" Target="/ppt/slideMasters/slideMaster1.xml" Id="R213bc131a0064773" /><Relationship Type="http://schemas.openxmlformats.org/officeDocument/2006/relationships/notesMaster" Target="/ppt/notesMasters/notesMaster1.xml" Id="R3dfbf72faf674251" /><Relationship Type="http://schemas.openxmlformats.org/officeDocument/2006/relationships/presProps" Target="/ppt/presProps.xml" Id="R1e9393d33683420c" /><Relationship Type="http://schemas.openxmlformats.org/officeDocument/2006/relationships/viewProps" Target="/ppt/viewProps.xml" Id="Ra8c4acd6ec6441c0" /><Relationship Type="http://schemas.openxmlformats.org/officeDocument/2006/relationships/tableStyles" Target="/ppt/tableStyles.xml" Id="R754e9e94f1fd4a7f" /><Relationship Type="http://schemas.openxmlformats.org/officeDocument/2006/relationships/slide" Target="/ppt/slides/slide1.xml" Id="Rabc7894e9eef48f5" /><Relationship Type="http://schemas.openxmlformats.org/officeDocument/2006/relationships/slide" Target="/ppt/slides/slide2.xml" Id="R58ff3a76b94142c9" /><Relationship Type="http://schemas.openxmlformats.org/officeDocument/2006/relationships/slide" Target="/ppt/slides/slide3.xml" Id="R737b7597b4b04e84" /><Relationship Type="http://schemas.openxmlformats.org/officeDocument/2006/relationships/slide" Target="/ppt/slides/slide4.xml" Id="R3ce7b1e68506499d" /><Relationship Type="http://schemas.openxmlformats.org/officeDocument/2006/relationships/slide" Target="/ppt/slides/slide5.xml" Id="Ra3c17c2450004c15" /><Relationship Type="http://schemas.openxmlformats.org/officeDocument/2006/relationships/slide" Target="/ppt/slides/slide6.xml" Id="R90f7ffec1dab436e" /><Relationship Type="http://schemas.openxmlformats.org/officeDocument/2006/relationships/slide" Target="/ppt/slides/slide7.xml" Id="R100c870a01b744a1" /><Relationship Type="http://schemas.openxmlformats.org/officeDocument/2006/relationships/slide" Target="/ppt/slides/slide8.xml" Id="R341e6755ff4e4a75" /><Relationship Type="http://schemas.openxmlformats.org/officeDocument/2006/relationships/slide" Target="/ppt/slides/slide9.xml" Id="R210f2542141d4194" /><Relationship Type="http://schemas.openxmlformats.org/officeDocument/2006/relationships/slide" Target="/ppt/slides/slide10.xml" Id="R689c667d68434d92" /><Relationship Type="http://schemas.openxmlformats.org/officeDocument/2006/relationships/slide" Target="/ppt/slides/slide11.xml" Id="R93b564afafb64c8e" /><Relationship Type="http://schemas.openxmlformats.org/officeDocument/2006/relationships/slide" Target="/ppt/slides/slide12.xml" Id="Rb40d7095b66b4aa2" /><Relationship Type="http://schemas.openxmlformats.org/officeDocument/2006/relationships/slide" Target="/ppt/slides/slide13.xml" Id="R8fcabdcdc1434679" /><Relationship Type="http://schemas.openxmlformats.org/officeDocument/2006/relationships/slide" Target="/ppt/slides/slide14.xml" Id="R7dd315c3e1bf46b9" /><Relationship Type="http://schemas.openxmlformats.org/officeDocument/2006/relationships/slide" Target="/ppt/slides/slide15.xml" Id="Rf68106e4af2c48c5" /><Relationship Type="http://schemas.openxmlformats.org/officeDocument/2006/relationships/slide" Target="/ppt/slides/slide16.xml" Id="R0c83a4137ee54b86" /><Relationship Type="http://schemas.openxmlformats.org/officeDocument/2006/relationships/slide" Target="/ppt/slides/slide17.xml" Id="R7c04776338e34cfc" /><Relationship Type="http://schemas.openxmlformats.org/officeDocument/2006/relationships/slide" Target="/ppt/slides/slide18.xml" Id="Rd6460c8541ad4d06" /><Relationship Type="http://schemas.openxmlformats.org/officeDocument/2006/relationships/slide" Target="/ppt/slides/slide19.xml" Id="Rb579d250197d4aad" /><Relationship Type="http://schemas.openxmlformats.org/officeDocument/2006/relationships/slide" Target="/ppt/slides/slide20.xml" Id="R1e81eb813e9a4c91" /><Relationship Type="http://schemas.openxmlformats.org/officeDocument/2006/relationships/slide" Target="/ppt/slides/slide21.xml" Id="Rb7a67b0194b449d3" /><Relationship Type="http://schemas.openxmlformats.org/officeDocument/2006/relationships/slide" Target="/ppt/slides/slide22.xml" Id="R5ce1b339eeaa41c2" /><Relationship Type="http://schemas.openxmlformats.org/officeDocument/2006/relationships/slide" Target="/ppt/slides/slide23.xml" Id="R552b4ec2b7b84605" /><Relationship Type="http://schemas.openxmlformats.org/officeDocument/2006/relationships/slide" Target="/ppt/slides/slide24.xml" Id="Rf63763e29cc54cab" /><Relationship Type="http://schemas.openxmlformats.org/officeDocument/2006/relationships/slide" Target="/ppt/slides/slide25.xml" Id="Rd2fa6c5242814ef6" /><Relationship Type="http://schemas.openxmlformats.org/officeDocument/2006/relationships/slide" Target="/ppt/slides/slide26.xml" Id="Rabb7d8962e8f4aa9" /><Relationship Type="http://schemas.openxmlformats.org/officeDocument/2006/relationships/slide" Target="/ppt/slides/slide27.xml" Id="R9137fb836662472a" /><Relationship Type="http://schemas.openxmlformats.org/officeDocument/2006/relationships/slide" Target="/ppt/slides/slide28.xml" Id="Rf403913d07c540ba" /><Relationship Type="http://schemas.openxmlformats.org/officeDocument/2006/relationships/slide" Target="/ppt/slides/slide29.xml" Id="Rc3184d39443f4128" /><Relationship Type="http://schemas.openxmlformats.org/officeDocument/2006/relationships/slide" Target="/ppt/slides/slide30.xml" Id="R72ca7c8df5cc423e" /><Relationship Type="http://schemas.openxmlformats.org/officeDocument/2006/relationships/slide" Target="/ppt/slides/slide31.xml" Id="R56a9535e65fc4d66" /><Relationship Type="http://schemas.openxmlformats.org/officeDocument/2006/relationships/slide" Target="/ppt/slides/slide32.xml" Id="R4da0e1e2f097493b" /><Relationship Type="http://schemas.openxmlformats.org/officeDocument/2006/relationships/slide" Target="/ppt/slides/slide33.xml" Id="Rb5f8368768594dae" /><Relationship Type="http://schemas.openxmlformats.org/officeDocument/2006/relationships/slide" Target="/ppt/slides/slide34.xml" Id="R0c1701ed27734495" /><Relationship Type="http://schemas.openxmlformats.org/officeDocument/2006/relationships/slide" Target="/ppt/slides/slide35.xml" Id="R5f5d6ec655064663" /><Relationship Type="http://schemas.openxmlformats.org/officeDocument/2006/relationships/slide" Target="/ppt/slides/slide36.xml" Id="Rf6831ae93a994be6" /><Relationship Type="http://schemas.openxmlformats.org/officeDocument/2006/relationships/slide" Target="/ppt/slides/slide37.xml" Id="Rcd173a5e98d740ff" /><Relationship Type="http://schemas.openxmlformats.org/officeDocument/2006/relationships/slide" Target="/ppt/slides/slide38.xml" Id="R043033ec888943f3" /><Relationship Type="http://schemas.openxmlformats.org/officeDocument/2006/relationships/slide" Target="/ppt/slides/slide39.xml" Id="R4da86d3289b14e27" /><Relationship Type="http://schemas.openxmlformats.org/officeDocument/2006/relationships/slide" Target="/ppt/slides/slide40.xml" Id="R08cee756206c4f07" /><Relationship Type="http://schemas.openxmlformats.org/officeDocument/2006/relationships/slide" Target="/ppt/slides/slide41.xml" Id="R8abd8b23248841b6" /><Relationship Type="http://schemas.openxmlformats.org/officeDocument/2006/relationships/slide" Target="/ppt/slides/slide42.xml" Id="Ra733d96961614f8d" /><Relationship Type="http://schemas.openxmlformats.org/officeDocument/2006/relationships/slide" Target="/ppt/slides/slide43.xml" Id="R2a6067bc42fd4d26" /><Relationship Type="http://schemas.openxmlformats.org/officeDocument/2006/relationships/slide" Target="/ppt/slides/slide44.xml" Id="R055a6f9be8c948f1" /><Relationship Type="http://schemas.openxmlformats.org/officeDocument/2006/relationships/slide" Target="/ppt/slides/slide45.xml" Id="R85fd5e6c85514385" /><Relationship Type="http://schemas.openxmlformats.org/officeDocument/2006/relationships/slide" Target="/ppt/slides/slide46.xml" Id="R198efd662a6840ec" /><Relationship Type="http://schemas.openxmlformats.org/officeDocument/2006/relationships/slide" Target="/ppt/slides/slide47.xml" Id="R9e3a19887be74c6e" /><Relationship Type="http://schemas.openxmlformats.org/officeDocument/2006/relationships/slide" Target="/ppt/slides/slide48.xml" Id="R307e3856a3e54ce1" /><Relationship Type="http://schemas.openxmlformats.org/officeDocument/2006/relationships/slide" Target="/ppt/slides/slide49.xml" Id="Rec7ba0b54bda4821" /><Relationship Type="http://schemas.openxmlformats.org/officeDocument/2006/relationships/slide" Target="/ppt/slides/slide50.xml" Id="R9986358d529d4d8e" /><Relationship Type="http://schemas.openxmlformats.org/officeDocument/2006/relationships/slide" Target="/ppt/slides/slide51.xml" Id="R748b341c6c5e4e03" /><Relationship Type="http://schemas.openxmlformats.org/officeDocument/2006/relationships/slide" Target="/ppt/slides/slide52.xml" Id="R5980a2da6df64b95" /><Relationship Type="http://schemas.openxmlformats.org/officeDocument/2006/relationships/slide" Target="/ppt/slides/slide53.xml" Id="R49108994903847fe" /><Relationship Type="http://schemas.openxmlformats.org/officeDocument/2006/relationships/slide" Target="/ppt/slides/slide54.xml" Id="R585cff85dded4eb6" /><Relationship Type="http://schemas.openxmlformats.org/officeDocument/2006/relationships/slide" Target="/ppt/slides/slide55.xml" Id="R451499bb2f9c4cc3" /><Relationship Type="http://schemas.openxmlformats.org/officeDocument/2006/relationships/slide" Target="/ppt/slides/slide56.xml" Id="R85aab9d4333b45a8" /><Relationship Type="http://schemas.openxmlformats.org/officeDocument/2006/relationships/slide" Target="/ppt/slides/slide57.xml" Id="Ra7829f810022405d" /><Relationship Type="http://schemas.openxmlformats.org/officeDocument/2006/relationships/slide" Target="/ppt/slides/slide58.xml" Id="R9ad13c22894a4476" /><Relationship Type="http://schemas.openxmlformats.org/officeDocument/2006/relationships/slide" Target="/ppt/slides/slide59.xml" Id="Rcf8d6277d88a41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06563b864c40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5be3401425405d" /><Relationship Type="http://schemas.openxmlformats.org/officeDocument/2006/relationships/notesMaster" Target="/ppt/notesMasters/notesMaster1.xml" Id="R057e226419fb4f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a4ecbb5f114620" /><Relationship Type="http://schemas.openxmlformats.org/officeDocument/2006/relationships/notesMaster" Target="/ppt/notesMasters/notesMaster1.xml" Id="Rc7e4dd18606741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8e2d1b8dce4176" /><Relationship Type="http://schemas.openxmlformats.org/officeDocument/2006/relationships/notesMaster" Target="/ppt/notesMasters/notesMaster1.xml" Id="R69eb06aabf2148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07e5373b6a48bb" /><Relationship Type="http://schemas.openxmlformats.org/officeDocument/2006/relationships/notesMaster" Target="/ppt/notesMasters/notesMaster1.xml" Id="Rc0ad82d75a964a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ebe01745dd49c1" /><Relationship Type="http://schemas.openxmlformats.org/officeDocument/2006/relationships/notesMaster" Target="/ppt/notesMasters/notesMaster1.xml" Id="R3abe3ffb63964e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3bf898246f4162" /><Relationship Type="http://schemas.openxmlformats.org/officeDocument/2006/relationships/notesMaster" Target="/ppt/notesMasters/notesMaster1.xml" Id="Rc3d1d1c021bc44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d67a04fab54b7e" /><Relationship Type="http://schemas.openxmlformats.org/officeDocument/2006/relationships/notesMaster" Target="/ppt/notesMasters/notesMaster1.xml" Id="R9ca76b63ab3048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e78f9647bb4b42" /><Relationship Type="http://schemas.openxmlformats.org/officeDocument/2006/relationships/notesMaster" Target="/ppt/notesMasters/notesMaster1.xml" Id="Rba2a352d2ab943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ebd5f8896744e2" /><Relationship Type="http://schemas.openxmlformats.org/officeDocument/2006/relationships/notesMaster" Target="/ppt/notesMasters/notesMaster1.xml" Id="Rac98e2daad744b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e54edbc7834e5c" /><Relationship Type="http://schemas.openxmlformats.org/officeDocument/2006/relationships/notesMaster" Target="/ppt/notesMasters/notesMaster1.xml" Id="R60aed17ec16640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76e7dd492e438a" /><Relationship Type="http://schemas.openxmlformats.org/officeDocument/2006/relationships/notesMaster" Target="/ppt/notesMasters/notesMaster1.xml" Id="Rd6d26eab0fd54b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b9d06b375b4c2f" /><Relationship Type="http://schemas.openxmlformats.org/officeDocument/2006/relationships/notesMaster" Target="/ppt/notesMasters/notesMaster1.xml" Id="R1dc04bac6dcf48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905a5f830c470a" /><Relationship Type="http://schemas.openxmlformats.org/officeDocument/2006/relationships/notesMaster" Target="/ppt/notesMasters/notesMaster1.xml" Id="R9141f91296eb46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4f3a983f844430d" /><Relationship Type="http://schemas.openxmlformats.org/officeDocument/2006/relationships/notesMaster" Target="/ppt/notesMasters/notesMaster1.xml" Id="R02f7fb392aa243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49219a6eb84e85" /><Relationship Type="http://schemas.openxmlformats.org/officeDocument/2006/relationships/notesMaster" Target="/ppt/notesMasters/notesMaster1.xml" Id="Rcceb90e372b146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aaa366e5e34745" /><Relationship Type="http://schemas.openxmlformats.org/officeDocument/2006/relationships/notesMaster" Target="/ppt/notesMasters/notesMaster1.xml" Id="Rf6acfa7e205b4d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9be5a41aa144db" /><Relationship Type="http://schemas.openxmlformats.org/officeDocument/2006/relationships/notesMaster" Target="/ppt/notesMasters/notesMaster1.xml" Id="Rcfe9a80ba7184c6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06acf44c5124108" /><Relationship Type="http://schemas.openxmlformats.org/officeDocument/2006/relationships/notesMaster" Target="/ppt/notesMasters/notesMaster1.xml" Id="Rd43173583dfe474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c7e2224970047d0" /><Relationship Type="http://schemas.openxmlformats.org/officeDocument/2006/relationships/notesMaster" Target="/ppt/notesMasters/notesMaster1.xml" Id="Ra7e406559143439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d8dd3a352694e3e" /><Relationship Type="http://schemas.openxmlformats.org/officeDocument/2006/relationships/notesMaster" Target="/ppt/notesMasters/notesMaster1.xml" Id="R6e84665e683644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5db6ba1b62a4604" /><Relationship Type="http://schemas.openxmlformats.org/officeDocument/2006/relationships/notesMaster" Target="/ppt/notesMasters/notesMaster1.xml" Id="Ra97e88df9158484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3e81e9b0b64b13" /><Relationship Type="http://schemas.openxmlformats.org/officeDocument/2006/relationships/notesMaster" Target="/ppt/notesMasters/notesMaster1.xml" Id="R09432587c3d04de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3cb3916ae6e42ae" /><Relationship Type="http://schemas.openxmlformats.org/officeDocument/2006/relationships/notesMaster" Target="/ppt/notesMasters/notesMaster1.xml" Id="R02c14b6d9f2d4b3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f8c42c77903431f" /><Relationship Type="http://schemas.openxmlformats.org/officeDocument/2006/relationships/notesMaster" Target="/ppt/notesMasters/notesMaster1.xml" Id="Re40c37c83425442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00b5873bf97493d" /><Relationship Type="http://schemas.openxmlformats.org/officeDocument/2006/relationships/notesMaster" Target="/ppt/notesMasters/notesMaster1.xml" Id="R718cb4e5dfb1485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94ffcb1e144052" /><Relationship Type="http://schemas.openxmlformats.org/officeDocument/2006/relationships/notesMaster" Target="/ppt/notesMasters/notesMaster1.xml" Id="Ra7bc82f394f0457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a8ffac8e8f5473f" /><Relationship Type="http://schemas.openxmlformats.org/officeDocument/2006/relationships/notesMaster" Target="/ppt/notesMasters/notesMaster1.xml" Id="R94147587b64a45c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fde4ddd738143f7" /><Relationship Type="http://schemas.openxmlformats.org/officeDocument/2006/relationships/notesMaster" Target="/ppt/notesMasters/notesMaster1.xml" Id="R752d1f01baaa48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cbe343f2cc6416d" /><Relationship Type="http://schemas.openxmlformats.org/officeDocument/2006/relationships/notesMaster" Target="/ppt/notesMasters/notesMaster1.xml" Id="R3aa57dd54558403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0a9160b45494fbf" /><Relationship Type="http://schemas.openxmlformats.org/officeDocument/2006/relationships/notesMaster" Target="/ppt/notesMasters/notesMaster1.xml" Id="R8466c6ce92ec452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80af30cc1ae47f9" /><Relationship Type="http://schemas.openxmlformats.org/officeDocument/2006/relationships/notesMaster" Target="/ppt/notesMasters/notesMaster1.xml" Id="R1b2cc2dbdc40490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90b1892c2384ef6" /><Relationship Type="http://schemas.openxmlformats.org/officeDocument/2006/relationships/notesMaster" Target="/ppt/notesMasters/notesMaster1.xml" Id="R7c1892dbfeb74fe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05bc47091e5449e" /><Relationship Type="http://schemas.openxmlformats.org/officeDocument/2006/relationships/notesMaster" Target="/ppt/notesMasters/notesMaster1.xml" Id="Rcc92bee32ff54ed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5163f1b71b6421d" /><Relationship Type="http://schemas.openxmlformats.org/officeDocument/2006/relationships/notesMaster" Target="/ppt/notesMasters/notesMaster1.xml" Id="R4524c3c5deea477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2ef672e9f474435" /><Relationship Type="http://schemas.openxmlformats.org/officeDocument/2006/relationships/notesMaster" Target="/ppt/notesMasters/notesMaster1.xml" Id="Rf0613fdda744492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6bd1df8a07e414d" /><Relationship Type="http://schemas.openxmlformats.org/officeDocument/2006/relationships/notesMaster" Target="/ppt/notesMasters/notesMaster1.xml" Id="R3079d02a4d34414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69b3d9cbe01475d" /><Relationship Type="http://schemas.openxmlformats.org/officeDocument/2006/relationships/notesMaster" Target="/ppt/notesMasters/notesMaster1.xml" Id="R61f8aedfee85484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6fce4494aab4da5" /><Relationship Type="http://schemas.openxmlformats.org/officeDocument/2006/relationships/notesMaster" Target="/ppt/notesMasters/notesMaster1.xml" Id="Rcaa368bfafdb4e4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361b223e7d1407e" /><Relationship Type="http://schemas.openxmlformats.org/officeDocument/2006/relationships/notesMaster" Target="/ppt/notesMasters/notesMaster1.xml" Id="Re80d4dd5ec044e1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e9e02480aba4b1c" /><Relationship Type="http://schemas.openxmlformats.org/officeDocument/2006/relationships/notesMaster" Target="/ppt/notesMasters/notesMaster1.xml" Id="R9ce577093b1c4b2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28f69bb519d4004" /><Relationship Type="http://schemas.openxmlformats.org/officeDocument/2006/relationships/notesMaster" Target="/ppt/notesMasters/notesMaster1.xml" Id="R0891ad65c4b84c4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71581d4fb5b477f" /><Relationship Type="http://schemas.openxmlformats.org/officeDocument/2006/relationships/notesMaster" Target="/ppt/notesMasters/notesMaster1.xml" Id="R33931ee4b06f4f0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218eb5f739844d6" /><Relationship Type="http://schemas.openxmlformats.org/officeDocument/2006/relationships/notesMaster" Target="/ppt/notesMasters/notesMaster1.xml" Id="R09a02784543f49a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86aca7128e24854" /><Relationship Type="http://schemas.openxmlformats.org/officeDocument/2006/relationships/notesMaster" Target="/ppt/notesMasters/notesMaster1.xml" Id="Reb3858f660e6455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fe45f2385e450b" /><Relationship Type="http://schemas.openxmlformats.org/officeDocument/2006/relationships/notesMaster" Target="/ppt/notesMasters/notesMaster1.xml" Id="R8ae315a03d954e9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ef88e05f0264281" /><Relationship Type="http://schemas.openxmlformats.org/officeDocument/2006/relationships/notesMaster" Target="/ppt/notesMasters/notesMaster1.xml" Id="R3f1ad786d74b45e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4db552a84004f38" /><Relationship Type="http://schemas.openxmlformats.org/officeDocument/2006/relationships/notesMaster" Target="/ppt/notesMasters/notesMaster1.xml" Id="R09eba627a3cf405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2e19f200c2f4ebc" /><Relationship Type="http://schemas.openxmlformats.org/officeDocument/2006/relationships/notesMaster" Target="/ppt/notesMasters/notesMaster1.xml" Id="R6dd2cce6ff594f5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87d02228dca4af9" /><Relationship Type="http://schemas.openxmlformats.org/officeDocument/2006/relationships/notesMaster" Target="/ppt/notesMasters/notesMaster1.xml" Id="R0a1412fb07ac4d6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25da41739f341fc" /><Relationship Type="http://schemas.openxmlformats.org/officeDocument/2006/relationships/notesMaster" Target="/ppt/notesMasters/notesMaster1.xml" Id="R3d3043efef6c4fa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9e695d11cb14c05" /><Relationship Type="http://schemas.openxmlformats.org/officeDocument/2006/relationships/notesMaster" Target="/ppt/notesMasters/notesMaster1.xml" Id="Rf302a83de1534c2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4b8814a1b7d4fde" /><Relationship Type="http://schemas.openxmlformats.org/officeDocument/2006/relationships/notesMaster" Target="/ppt/notesMasters/notesMaster1.xml" Id="Rc15c2da861024bd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29e8dc6295f44d80" /><Relationship Type="http://schemas.openxmlformats.org/officeDocument/2006/relationships/notesMaster" Target="/ppt/notesMasters/notesMaster1.xml" Id="R0304b3e7dbcf4fa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95dcdd16a2a49f5" /><Relationship Type="http://schemas.openxmlformats.org/officeDocument/2006/relationships/notesMaster" Target="/ppt/notesMasters/notesMaster1.xml" Id="Ra301b8980bc0420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2d9df12d1963489f" /><Relationship Type="http://schemas.openxmlformats.org/officeDocument/2006/relationships/notesMaster" Target="/ppt/notesMasters/notesMaster1.xml" Id="R67441f6a4eba4fad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6387c10ef4e44d56" /><Relationship Type="http://schemas.openxmlformats.org/officeDocument/2006/relationships/notesMaster" Target="/ppt/notesMasters/notesMaster1.xml" Id="R7adece2f10c34899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2c5962965a0740b6" /><Relationship Type="http://schemas.openxmlformats.org/officeDocument/2006/relationships/notesMaster" Target="/ppt/notesMasters/notesMaster1.xml" Id="R6e97a36ae0e3458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d20213c48d74966" /><Relationship Type="http://schemas.openxmlformats.org/officeDocument/2006/relationships/notesMaster" Target="/ppt/notesMasters/notesMaster1.xml" Id="R6f0c134207594d0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d431c2aefcad46d5" /><Relationship Type="http://schemas.openxmlformats.org/officeDocument/2006/relationships/notesMaster" Target="/ppt/notesMasters/notesMaster1.xml" Id="R1c16d61d1f0543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Скопируйте запрос и вставьте в сервис. Адресат и отправитель не указаны, поэтому ИИ не должен их выдумывать.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b865c1ffd48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24f8876cac44a7" /><Relationship Type="http://schemas.openxmlformats.org/officeDocument/2006/relationships/slideLayout" Target="/ppt/slideLayouts/slideLayout1.xml" Id="R73e87a4000e34b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e87a4000e34b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d1bc024bc4c03" /><Relationship Type="http://schemas.openxmlformats.org/officeDocument/2006/relationships/image" Target="/ppt/media/image.png" Id="R27aec356abd74978" /><Relationship Type="http://schemas.openxmlformats.org/officeDocument/2006/relationships/notesSlide" Target="/ppt/notesSlides/notesSlide1.xml" Id="Re1082dc4c6c744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fab1dbe334640" /><Relationship Type="http://schemas.openxmlformats.org/officeDocument/2006/relationships/image" Target="/ppt/media/image.jpeg" Id="R66ad899ccaf541ee" /><Relationship Type="http://schemas.openxmlformats.org/officeDocument/2006/relationships/notesSlide" Target="/ppt/notesSlides/notesSlide2.xml" Id="R53c5dbf0321f42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182096eee4298" /><Relationship Type="http://schemas.openxmlformats.org/officeDocument/2006/relationships/notesSlide" Target="/ppt/notesSlides/notesSlide3.xml" Id="R02a2d166e1484c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f2de92f544d74" /><Relationship Type="http://schemas.openxmlformats.org/officeDocument/2006/relationships/notesSlide" Target="/ppt/notesSlides/notesSlide4.xml" Id="Rf6e041a219ed47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127a0fa9346ec" /><Relationship Type="http://schemas.openxmlformats.org/officeDocument/2006/relationships/notesSlide" Target="/ppt/notesSlides/notesSlide5.xml" Id="R8ada5a42ddf8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d49fcce7d4bb7" /><Relationship Type="http://schemas.openxmlformats.org/officeDocument/2006/relationships/notesSlide" Target="/ppt/notesSlides/notesSlide6.xml" Id="R3332491041fe48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b46e076b34f0e" /><Relationship Type="http://schemas.openxmlformats.org/officeDocument/2006/relationships/notesSlide" Target="/ppt/notesSlides/notesSlide7.xml" Id="Rb922fbb0834e49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998f454bf4bbc" /><Relationship Type="http://schemas.openxmlformats.org/officeDocument/2006/relationships/notesSlide" Target="/ppt/notesSlides/notesSlide8.xml" Id="Rc02b0c20276d44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570fe75cd4ad0" /><Relationship Type="http://schemas.openxmlformats.org/officeDocument/2006/relationships/image" Target="/ppt/media/image2.png" Id="R652f6e022d4249f3" /><Relationship Type="http://schemas.openxmlformats.org/officeDocument/2006/relationships/image" Target="/ppt/media/image2.jpeg" Id="R6a343047e7514ee5" /><Relationship Type="http://schemas.openxmlformats.org/officeDocument/2006/relationships/image" Target="/ppt/media/image3.jpeg" Id="R9a2de9c44a1645a6" /><Relationship Type="http://schemas.openxmlformats.org/officeDocument/2006/relationships/image" Target="/ppt/media/image4.jpeg" Id="R7131960acb704ae7" /><Relationship Type="http://schemas.openxmlformats.org/officeDocument/2006/relationships/notesSlide" Target="/ppt/notesSlides/notesSlide9.xml" Id="R02b3f29f8d114c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507a4a9a8486d" /><Relationship Type="http://schemas.openxmlformats.org/officeDocument/2006/relationships/image" Target="/ppt/media/image5.jpeg" Id="R48c5946538694b29" /><Relationship Type="http://schemas.openxmlformats.org/officeDocument/2006/relationships/notesSlide" Target="/ppt/notesSlides/notesSlide10.xml" Id="R8dc38ce734f342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2ea198f00411e" /><Relationship Type="http://schemas.openxmlformats.org/officeDocument/2006/relationships/notesSlide" Target="/ppt/notesSlides/notesSlide11.xml" Id="R7129d57ecc9b42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e2549e60a49f0" /><Relationship Type="http://schemas.openxmlformats.org/officeDocument/2006/relationships/image" Target="/ppt/media/image3.png" Id="R95214310a1df4e0c" /><Relationship Type="http://schemas.openxmlformats.org/officeDocument/2006/relationships/image" Target="/ppt/media/image4.png" Id="R6ec0e2a976564f0c" /><Relationship Type="http://schemas.openxmlformats.org/officeDocument/2006/relationships/notesSlide" Target="/ppt/notesSlides/notesSlide12.xml" Id="R9fde4cf025b249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5fdcc4f5743aa" /><Relationship Type="http://schemas.openxmlformats.org/officeDocument/2006/relationships/notesSlide" Target="/ppt/notesSlides/notesSlide13.xml" Id="Rf0d2b5de842d48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26d81e2e449d2" /><Relationship Type="http://schemas.openxmlformats.org/officeDocument/2006/relationships/notesSlide" Target="/ppt/notesSlides/notesSlide14.xml" Id="Ra4e55ff2602c400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eb9e3c40c4e34" /><Relationship Type="http://schemas.openxmlformats.org/officeDocument/2006/relationships/notesSlide" Target="/ppt/notesSlides/notesSlide15.xml" Id="R759bc8e7a5bc40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2876b95de4a41" /><Relationship Type="http://schemas.openxmlformats.org/officeDocument/2006/relationships/image" Target="/ppt/media/image6.jpeg" Id="R50537e01cb2a47c9" /><Relationship Type="http://schemas.openxmlformats.org/officeDocument/2006/relationships/notesSlide" Target="/ppt/notesSlides/notesSlide16.xml" Id="R6f50cbb06ef046f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288278c0041c4" /><Relationship Type="http://schemas.openxmlformats.org/officeDocument/2006/relationships/image" Target="/ppt/media/image5.png" Id="R8eff75a11ab74dde" /><Relationship Type="http://schemas.openxmlformats.org/officeDocument/2006/relationships/notesSlide" Target="/ppt/notesSlides/notesSlide17.xml" Id="R52fd070a45b84dd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0688ec09a42eb" /><Relationship Type="http://schemas.openxmlformats.org/officeDocument/2006/relationships/image" Target="/ppt/media/image6.png" Id="Rc66be82b599e4d7d" /><Relationship Type="http://schemas.openxmlformats.org/officeDocument/2006/relationships/notesSlide" Target="/ppt/notesSlides/notesSlide18.xml" Id="R89c4a7d749934af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0830fa124486d" /><Relationship Type="http://schemas.openxmlformats.org/officeDocument/2006/relationships/image" Target="/ppt/media/image7.jpeg" Id="R587de91908b64d51" /><Relationship Type="http://schemas.openxmlformats.org/officeDocument/2006/relationships/notesSlide" Target="/ppt/notesSlides/notesSlide19.xml" Id="R2fb79ccdcc7d40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7cbc0e41f41bc" /><Relationship Type="http://schemas.openxmlformats.org/officeDocument/2006/relationships/notesSlide" Target="/ppt/notesSlides/notesSlide20.xml" Id="R4643893db9fe440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74dfa2c3947b1" /><Relationship Type="http://schemas.openxmlformats.org/officeDocument/2006/relationships/notesSlide" Target="/ppt/notesSlides/notesSlide21.xml" Id="Rc931cff7d8e74f6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8dd47d0c74dc2" /><Relationship Type="http://schemas.openxmlformats.org/officeDocument/2006/relationships/image" Target="/ppt/media/image7.png" Id="Rad6b019a07ab48b2" /><Relationship Type="http://schemas.openxmlformats.org/officeDocument/2006/relationships/notesSlide" Target="/ppt/notesSlides/notesSlide22.xml" Id="Ra3018b38f34b47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9ec08acf34bc5" /><Relationship Type="http://schemas.openxmlformats.org/officeDocument/2006/relationships/notesSlide" Target="/ppt/notesSlides/notesSlide23.xml" Id="R5dbf333a49a74f7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7d04f3ece487d" /><Relationship Type="http://schemas.openxmlformats.org/officeDocument/2006/relationships/notesSlide" Target="/ppt/notesSlides/notesSlide24.xml" Id="R5ff52928b837427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67b7276b0465e" /><Relationship Type="http://schemas.openxmlformats.org/officeDocument/2006/relationships/image" Target="/ppt/media/image8.jpeg" Id="R4bbe17a6d72543a7" /><Relationship Type="http://schemas.openxmlformats.org/officeDocument/2006/relationships/notesSlide" Target="/ppt/notesSlides/notesSlide25.xml" Id="R6a2036fa2f404d7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0af6cc2f2441e" /><Relationship Type="http://schemas.openxmlformats.org/officeDocument/2006/relationships/notesSlide" Target="/ppt/notesSlides/notesSlide26.xml" Id="R7122b2f746c84a2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1d697d7d64d97" /><Relationship Type="http://schemas.openxmlformats.org/officeDocument/2006/relationships/notesSlide" Target="/ppt/notesSlides/notesSlide27.xml" Id="R4df822b9cf0149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f56cea0fd4aca" /><Relationship Type="http://schemas.openxmlformats.org/officeDocument/2006/relationships/notesSlide" Target="/ppt/notesSlides/notesSlide28.xml" Id="R8eba0ab963db422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11fa98a3d4381" /><Relationship Type="http://schemas.openxmlformats.org/officeDocument/2006/relationships/notesSlide" Target="/ppt/notesSlides/notesSlide29.xml" Id="R03356257a8e249a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f130636f24ed9" /><Relationship Type="http://schemas.openxmlformats.org/officeDocument/2006/relationships/image" Target="/ppt/media/image9.jpeg" Id="R337a4353acc84eab" /><Relationship Type="http://schemas.openxmlformats.org/officeDocument/2006/relationships/notesSlide" Target="/ppt/notesSlides/notesSlide30.xml" Id="R5a5c014fd181477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d8c298a7a4719" /><Relationship Type="http://schemas.openxmlformats.org/officeDocument/2006/relationships/notesSlide" Target="/ppt/notesSlides/notesSlide31.xml" Id="Rd7242b186d5347c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3353b94644cbb" /><Relationship Type="http://schemas.openxmlformats.org/officeDocument/2006/relationships/image" Target="/ppt/media/image8.png" Id="Raf0a6e52e9314309" /><Relationship Type="http://schemas.openxmlformats.org/officeDocument/2006/relationships/image" Target="/ppt/media/image9.png" Id="Rd953e946abf84148" /><Relationship Type="http://schemas.openxmlformats.org/officeDocument/2006/relationships/notesSlide" Target="/ppt/notesSlides/notesSlide32.xml" Id="R9181cb05a4e34cb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e2c60ba4b4ffd" /><Relationship Type="http://schemas.openxmlformats.org/officeDocument/2006/relationships/image" Target="/ppt/media/image10.png" Id="Rf899a9e6a72144bc" /><Relationship Type="http://schemas.openxmlformats.org/officeDocument/2006/relationships/image" Target="/ppt/media/image11.png" Id="Rdfaad3968f364ef4" /><Relationship Type="http://schemas.openxmlformats.org/officeDocument/2006/relationships/notesSlide" Target="/ppt/notesSlides/notesSlide33.xml" Id="R1b3254e5041947f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33e89ebe446ed" /><Relationship Type="http://schemas.openxmlformats.org/officeDocument/2006/relationships/image" Target="/ppt/media/image12.png" Id="R3102577081074335" /><Relationship Type="http://schemas.openxmlformats.org/officeDocument/2006/relationships/image" Target="/ppt/media/image13.png" Id="Ref7fcce5f52d4c15" /><Relationship Type="http://schemas.openxmlformats.org/officeDocument/2006/relationships/notesSlide" Target="/ppt/notesSlides/notesSlide34.xml" Id="Re37aabfa9bb34f2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e7eea452e4302" /><Relationship Type="http://schemas.openxmlformats.org/officeDocument/2006/relationships/image" Target="/ppt/media/image10.jpeg" Id="Rc99a24cffd64435f" /><Relationship Type="http://schemas.openxmlformats.org/officeDocument/2006/relationships/image" Target="/ppt/media/image14.png" Id="Rfa79f9208aa94ed5" /><Relationship Type="http://schemas.openxmlformats.org/officeDocument/2006/relationships/notesSlide" Target="/ppt/notesSlides/notesSlide35.xml" Id="R16e184c5bc6b4e6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91a6797ec4fd5" /><Relationship Type="http://schemas.openxmlformats.org/officeDocument/2006/relationships/notesSlide" Target="/ppt/notesSlides/notesSlide36.xml" Id="R4c7f5f77702f49f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803835f394b47" /><Relationship Type="http://schemas.openxmlformats.org/officeDocument/2006/relationships/notesSlide" Target="/ppt/notesSlides/notesSlide37.xml" Id="R708c8dd84096444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e4679eac34bb5" /><Relationship Type="http://schemas.openxmlformats.org/officeDocument/2006/relationships/notesSlide" Target="/ppt/notesSlides/notesSlide38.xml" Id="R64a9652c8a41473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a97a443244286" /><Relationship Type="http://schemas.openxmlformats.org/officeDocument/2006/relationships/notesSlide" Target="/ppt/notesSlides/notesSlide39.xml" Id="R2c17deb64ddb48a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8d71888614e7c" /><Relationship Type="http://schemas.openxmlformats.org/officeDocument/2006/relationships/notesSlide" Target="/ppt/notesSlides/notesSlide40.xml" Id="R41130c910c724bd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ffe7b22d54f08" /><Relationship Type="http://schemas.openxmlformats.org/officeDocument/2006/relationships/notesSlide" Target="/ppt/notesSlides/notesSlide41.xml" Id="R5ceea138aca74a1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5778235cb4922" /><Relationship Type="http://schemas.openxmlformats.org/officeDocument/2006/relationships/notesSlide" Target="/ppt/notesSlides/notesSlide42.xml" Id="R1841b445280a48e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f3037349c4cae" /><Relationship Type="http://schemas.openxmlformats.org/officeDocument/2006/relationships/image" Target="/ppt/media/image5.png" Id="R6ca408fe73dc44a0" /><Relationship Type="http://schemas.openxmlformats.org/officeDocument/2006/relationships/notesSlide" Target="/ppt/notesSlides/notesSlide43.xml" Id="R027c0e9916a8419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2d91cccdd46b9" /><Relationship Type="http://schemas.openxmlformats.org/officeDocument/2006/relationships/notesSlide" Target="/ppt/notesSlides/notesSlide44.xml" Id="R22e687d6e3c440b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18192042f465c" /><Relationship Type="http://schemas.openxmlformats.org/officeDocument/2006/relationships/image" Target="/ppt/media/image7.jpeg" Id="R698f788981ac4f9f" /><Relationship Type="http://schemas.openxmlformats.org/officeDocument/2006/relationships/notesSlide" Target="/ppt/notesSlides/notesSlide45.xml" Id="R37c389fd318842e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02cfafdda4cac" /><Relationship Type="http://schemas.openxmlformats.org/officeDocument/2006/relationships/notesSlide" Target="/ppt/notesSlides/notesSlide46.xml" Id="R72d708151d06425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dd9b166bc4119" /><Relationship Type="http://schemas.openxmlformats.org/officeDocument/2006/relationships/notesSlide" Target="/ppt/notesSlides/notesSlide47.xml" Id="Rd628a9f60dc9443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8ea945cd248b1" /><Relationship Type="http://schemas.openxmlformats.org/officeDocument/2006/relationships/notesSlide" Target="/ppt/notesSlides/notesSlide48.xml" Id="R3eb56bd61cf7439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617fd8cf94f86" /><Relationship Type="http://schemas.openxmlformats.org/officeDocument/2006/relationships/notesSlide" Target="/ppt/notesSlides/notesSlide49.xml" Id="R4a2de810d2e244c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f189600cd4617" /><Relationship Type="http://schemas.openxmlformats.org/officeDocument/2006/relationships/image" Target="/ppt/media/image15.png" Id="R4bbed144df3f44ba" /><Relationship Type="http://schemas.openxmlformats.org/officeDocument/2006/relationships/notesSlide" Target="/ppt/notesSlides/notesSlide50.xml" Id="R77eb436c82524e4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b06eacb8545bf" /><Relationship Type="http://schemas.openxmlformats.org/officeDocument/2006/relationships/notesSlide" Target="/ppt/notesSlides/notesSlide51.xml" Id="Rb2ae5d81b0f94b5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43c80bfa34afc" /><Relationship Type="http://schemas.openxmlformats.org/officeDocument/2006/relationships/notesSlide" Target="/ppt/notesSlides/notesSlide52.xml" Id="Rfeb098e817d4406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7cedd527a41dc" /><Relationship Type="http://schemas.openxmlformats.org/officeDocument/2006/relationships/notesSlide" Target="/ppt/notesSlides/notesSlide53.xml" Id="R949d4882987244e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587053f054993" /><Relationship Type="http://schemas.openxmlformats.org/officeDocument/2006/relationships/notesSlide" Target="/ppt/notesSlides/notesSlide54.xml" Id="R39371e6376f1426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80357d75b4de6" /><Relationship Type="http://schemas.openxmlformats.org/officeDocument/2006/relationships/notesSlide" Target="/ppt/notesSlides/notesSlide55.xml" Id="R7727d1058330442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f3b6f62dc4a98" /><Relationship Type="http://schemas.openxmlformats.org/officeDocument/2006/relationships/notesSlide" Target="/ppt/notesSlides/notesSlide56.xml" Id="Ra06849954bbb474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0c3ecba2c4246" /><Relationship Type="http://schemas.openxmlformats.org/officeDocument/2006/relationships/notesSlide" Target="/ppt/notesSlides/notesSlide57.xml" Id="R150f483cee5d46a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7cd67acb14f70" /><Relationship Type="http://schemas.openxmlformats.org/officeDocument/2006/relationships/notesSlide" Target="/ppt/notesSlides/notesSlide58.xml" Id="Rc64342671b8f4937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2dd3ac459425a" /><Relationship Type="http://schemas.openxmlformats.org/officeDocument/2006/relationships/image" Target="/ppt/media/image16.png" Id="R2e77eb2fab124050" /><Relationship Type="http://schemas.openxmlformats.org/officeDocument/2006/relationships/notesSlide" Target="/ppt/notesSlides/notesSlide59.xml" Id="Rc4f80798194747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ec356abd74978"/>
          <a:srcRect xmlns:a="http://schemas.openxmlformats.org/drawingml/2006/main" l="24987" t="0" r="249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43BA72D-758C-442A-AE47-E52F8126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E15B234-DF74-4817-AE2B-7DEAC18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ИИ для повседневной жизни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 работы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1A9277-A497-4928-A747-6F47FA47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endParaRPr sz="1650" b="0">
              <a:solidFill>
                <a:srgbClr val="B8F23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B0BA5F5-7D5F-4EC7-94E5-F0A71456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578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Шымкент · 21 сентября 2026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DE10ADD-1DEC-4719-A363-244B582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938832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33CA0A1-E43F-4A87-BF11-B8B0A875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2B10B5-0F9D-4D60-8E3B-D4E02270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Знакомство с тренером</a:t>
            </a:r>
          </a:p>
        </p:txBody>
      </p:sp>
      <p:pic>
        <p:nvPicPr>
          <p:cNvPr id="18" name="Рисунок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d899ccaf541ee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3333750" cy="4438650"/>
          </a:xfrm>
          <a:prstGeom xmlns:a="http://schemas.openxmlformats.org/drawingml/2006/main" prst="roundRect">
            <a:avLst>
              <a:gd name="adj" fmla="val 5143"/>
            </a:avLst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A23A4F-C32E-4D46-949E-A93884BB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609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Дүйсенбекқызы Жансая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BB10E15-C921-4CC1-9CB6-A9565766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PhD · Assistant Professor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7C70779-E210-4818-9E62-7E14311D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05125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Исследователь и преподаватель в области искусственного интеллекта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69D8292E-6309-4A5C-8E90-F74F6430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53B08F7-F5B9-48CC-A38E-35134E0B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NLP: обработка естественного языка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0748F8F-9487-4A2A-8D3A-AFD6D11E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862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F084DA95-E47A-4DCA-ABC3-FAA17029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ASR: автоматическое распознавание речи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C60C5BC-40ED-416A-9411-8B49F4C6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66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63679A2E-567E-41B6-B9E5-ABD6E380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57750"/>
            <a:ext cx="582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Применение ИИ в образовании и работе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22F4EE0-BD53-40BF-B0B8-E7856B01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14885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CB16B1-84C8-4A51-AA5B-50FC7EB4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8CEF73D-181D-4A6D-8C9D-60499933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Результаты мастер-класса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D7DD736-9B10-47D8-839B-FA8076ED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763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D106F33-0FEC-44A7-BE3E-D3C69D84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Безопасно и точно ставить задачи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D6C70B4-B0FB-41CA-A649-2419CD30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1417A51-485D-407A-BC7E-BAEE3143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955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Быстро готовить служебные письма и протоколы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F6F3069-052E-4A11-A3B8-75923BF4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8E51BEB-80EE-4F7C-BEBF-E1FF9E70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146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Находить проблемы в таблицах Excel и текстах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4C61D13-4620-4EA2-AE4F-1EDBCF95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3382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1E92607-A22C-4DAE-93D7-FC0E85B8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338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Проверять ответ и доводить его до рабочего результата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1537A96-2C33-4C7F-9749-FB260164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26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C08360B-0DE2-4E59-95DC-B9AC38F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529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Получить готовый результат для одной своей задачи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B32BDB02-1407-4051-B4A1-AB20065C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В конце каждый участник сохранит один конкретный результат работы.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552CE781-46D6-49DD-9B8A-0AD16B77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643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D608398-324B-46E9-90F5-734BBA8A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F9C089-16CD-494C-AD51-93C60D4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Что такое искусственный интеллект?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540EABE-CEA0-4ECB-BAC7-59FD12D3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ИИ анализирует текст, изображения, звук и данные, затем готовит ответ или материал по заданию человека.</a:t>
            </a:r>
          </a:p>
        </p:txBody>
      </p:sp>
      <p:graphicFrame>
        <p:nvGraphicFramePr>
          <p:cNvPr id="11" name="Таблица 8"/>
          <p:cNvGraphicFramePr/>
          <p:nvPr/>
        </p:nvGraphicFramePr>
        <p:xfrm>
          <a:off xmlns:a="http://schemas.openxmlformats.org/drawingml/2006/main" x="704850" y="271462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00500"/>
                <a:gridCol w="4762500"/>
              </a:tblGrid>
              <a:tr h="5334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Исходные данные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делает ИИ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Анализирует смысл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Письмо, краткое содержание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Таблица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Находит закономерности и ошибки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Отчёт, список для проверки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Фото или файл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Распознаёт содержание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Объяснение, вопросы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Инструкция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Создаёт новый материал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Слайд, тест, план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D2858F5-8F73-4E6B-A321-9993F73E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70970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E10DE011-6468-4337-8EB1-00FCF5B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3EDB5E4-6454-4F18-AABB-96283C2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Порядок работы с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8A607DB-DE59-4E29-A81A-3E3D569E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567A10F-56CF-48B9-AD67-88A4C9B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8A19B-F3F2-4B28-85C4-4F8AC1A9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Задача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F102061-5B97-4FDD-BB23-115AF637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373FE9A-D819-4030-BF47-07EE1B5B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5400E83-8D1B-46EE-8EB2-D6635679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Точный запрос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41ED5F2-638F-4090-AEB3-B52B9D41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739ECB3-D3E8-48F9-BDFA-476981F7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ADC68703-354E-447D-98BB-2DAA1287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Ответ ИИ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16A06A-CE47-441D-8B12-4FE0B80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ED27876-2B88-4E18-9298-69B98E4E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7D1A46C-8FC3-45FA-A25C-5C79779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человеком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91CE7D0B-435B-4326-AF21-E67F85DE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86000"/>
            <a:ext cx="18097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F0D41579-E93F-4520-9241-C6995D8C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288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8255BE04-823E-40AC-BEBF-FE776403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098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3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Готовый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CDA40FCB-53AB-4E0B-939F-3C417CC8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Окончательное решение и ответственность всегда остаются за человеком.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6D093622-3FA7-4480-80B4-0FE4329D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2012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78E21AD7-1FA4-4E57-A840-66082F2E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B15B0D-ABE5-4CE2-A879-28284AE4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Возможности и ограничения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8C4C8C7-0609-4F2E-931F-0026323C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8988772-9F1D-4741-8C27-122D1BD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524000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81B31D6-3744-474F-B864-72B07CD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Помогает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9B3CC9B-18DE-4172-A9A7-EA81E2D6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8275D36-2371-4290-B327-A05966E5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первый вариант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2BD26F-98F5-4D09-BFA3-BCBBB606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545B8DF-4C0E-4264-B2BC-3857F8DD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Сократить длинный текст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4F026E1-493D-492B-8226-B53E1C68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2A1D9836-64A3-415B-BFA7-596678E6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Проанализировать таблицу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CEAF729-4608-44D1-A7FE-51AE5C6B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C16195A-2CA8-42F5-9854-1A76C4E7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Изменить язык и стиль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1E175A8-934B-4A62-9CB5-027FEAC1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Не гарантирует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A952AF69-0B49-442E-B730-3CC277C0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33625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80D2FE3A-51CF-4E22-BD03-5D9211B3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33625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Правильность каждого ответа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DF96168-0922-498F-8C80-B28556BE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28938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54FBF01-9BD9-446F-B871-A4D42C87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928938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Актуальность документа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F35AA23D-974F-450C-B7AC-DF4BAEC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24250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391A7B1-3D93-48C5-A452-F9EA13C4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524250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Соответствие требованиям компании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0590512A-5B9C-49C6-82D0-1CA02CA1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19563"/>
            <a:ext cx="2667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2B371FDB-A1D7-4810-BF29-D3D5C215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19563"/>
            <a:ext cx="3924300" cy="595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Защиту конфиденциальных данных</a:t>
            </a:r>
          </a:p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2BD25BA1-6DD7-4BCB-B6B8-9CED69AB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ИИ предложил. Человек проверил. Человек принял решение.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80948D10-B7AE-4FA7-91F3-9210FC0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29944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89A403DB-B128-442A-86C6-A08E0B5D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05A50D9-D8FC-47B6-95D9-C9B1F05F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Конфиденциальность и безопасность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6893E68-39E6-4698-935A-305F8F76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 открытый сервис ИИ не вводим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B926FFF-33FB-49A8-A304-819E06BB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5E4E443-56E7-47ED-ADC7-A0C760CE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Служебные секреты и неопубликованные внутренние документы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48CBA3A-AD6D-4AF7-830E-F4761D0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11275B-74DF-4473-8276-702447F9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Персональные данные, логины, пароли и контакты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6D2A45-82D8-40B8-8E88-D814625E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268711D-8091-4A59-92F2-551AA2E8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3375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Точные схемы и уязвимости защищённых объектов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98A9384-4746-42EC-A994-CA49ED53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66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03CCA28-E884-4EC4-AE58-BF5E3203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00500"/>
            <a:ext cx="992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Коммерческие договоры и закрытые финансовые сведения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5443E7F-FB2E-42FD-AC66-B20D648F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Правило: не отправляйте в открытый ИИ информацию, которую нельзя публиковать в интернете.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35CCA661-7432-4560-B2EE-17E1FD5F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96458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19CB081-E501-4826-8B06-9A648274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CA10BB-1BB7-4CC2-BBE2-88C15ADE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Безопасная подготовка данных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71625"/>
          <a:ext xmlns:a="http://schemas.openxmlformats.org/drawingml/2006/main" cx="10763250" cy="31908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810250"/>
              </a:tblGrid>
              <a:tr h="53181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Небезопасный вариант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Безопасный учебный вариант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ФИО сотрудника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Сотрудник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Реальный объект и адрес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Производственный объект №1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Номер и сумма договора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Договор X, без суммы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Данные о реальной аварии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Вымышленная ситуация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Полный документ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Только нужный отрывок без секретов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CC95138-CE4E-40C2-A516-D0D9CA69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Сначала удалите лишние данные. Только потом отправляйте материал в ИИ.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E4AEF5C-0C9D-4CF1-BFCF-B8CFB6C6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54420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B52D66-D5C8-4B44-8EFE-C16AAB8A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33884B-FBD9-4E15-BDDB-68C386EF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Какой сервис подходит для задачи?</a:t>
            </a:r>
          </a:p>
        </p:txBody>
      </p:sp>
      <p:graphicFrame>
        <p:nvGraphicFramePr>
          <p:cNvPr id="18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1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3050"/>
                <a:gridCol w="3467057"/>
                <a:gridCol w="4483144"/>
              </a:tblGrid>
              <a:tr h="698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 чего начать</a:t>
                      </a:r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125" b="1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Письмо, план, объяснение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 документов и файлов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Gemini или ChatGPT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Веб-поиск с источниками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Первый вариант слайдов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Анализ таблицы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512A1BF-CCD8-4702-A962-858DC392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20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f6e022d4249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280324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1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43047e7514e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7500" y="223904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2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43047e7514e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2943899"/>
            <a:ext cx="1028700" cy="576501"/>
          </a:xfrm>
          <a:prstGeom xmlns:a="http://schemas.openxmlformats.org/drawingml/2006/main" prst="rect">
            <a:avLst/>
          </a:prstGeom>
        </p:spPr>
      </p:pic>
      <p:pic>
        <p:nvPicPr>
          <p:cNvPr id="2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f6e022d4249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2971579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4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de9c44a1645a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3648772"/>
            <a:ext cx="1028700" cy="551985"/>
          </a:xfrm>
          <a:prstGeom xmlns:a="http://schemas.openxmlformats.org/drawingml/2006/main" prst="rect">
            <a:avLst/>
          </a:prstGeom>
        </p:spPr>
      </p:pic>
      <p:pic>
        <p:nvPicPr>
          <p:cNvPr id="25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1960acb704a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4412808"/>
            <a:ext cx="1028700" cy="540192"/>
          </a:xfrm>
          <a:prstGeom xmlns:a="http://schemas.openxmlformats.org/drawingml/2006/main" prst="rect">
            <a:avLst/>
          </a:prstGeom>
        </p:spPr>
      </p:pic>
      <p:pic>
        <p:nvPicPr>
          <p:cNvPr id="2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f6e022d4249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5051425"/>
            <a:ext cx="565150" cy="565150"/>
          </a:xfrm>
          <a:prstGeom xmlns:a="http://schemas.openxmlformats.org/drawingml/2006/main" prst="rect">
            <a:avLst/>
          </a:prstGeom>
        </p:spPr>
      </p:pic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43047e7514e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5925" y="5045749"/>
            <a:ext cx="1028700" cy="5765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13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7F1B4CF-F5E1-4D90-AAC9-CE7281A9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F4B32F6-314F-4894-8373-674FA65E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Первый запрос в браузере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c5946538694b29"/>
          <a:stretch xmlns:a="http://schemas.openxmlformats.org/drawingml/2006/main"/>
        </p:blipFill>
        <p:spPr>
          <a:xfrm xmlns:a="http://schemas.openxmlformats.org/drawingml/2006/main">
            <a:off x="3038475" y="152400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799294F-5BCC-41FB-8666-0C3D460D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1. Нажмите на поле ввода   2. Напишите задачу   3. Отправьте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67FCA8C-6998-46BA-91CB-A5F141BA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03710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60AD0A-5ED5-45F3-8183-1C9A7E96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B15A998-1DB2-4E21-BA66-A6A725CB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Формула точного запроса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623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2952750"/>
                <a:gridCol w="6762750"/>
              </a:tblGrid>
              <a:tr h="627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Шаг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указываем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Пример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Роль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Ты делопроизводитель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Напиши короткое служебное письмо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Текст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Срок перенесли на 25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Формат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 казахском и русском, до 120 слов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добавляй фактов, которых нет в тексте</a:t>
                      </a:r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0EFD994-9051-442E-A2CB-39AFB9C5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Если данных недостаточно, сначала задай уточняющий вопрос.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1F43FC5-48D8-4565-933D-5EA8735A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69898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C8CBE6D-E35A-4916-A68C-8A5F8433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D9A2753-96B7-4258-AAC3-4122EA82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Перенос встречи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A71232-E6D0-4F60-893F-836E5705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1"/>
            <a:ext cx="10744200" cy="144417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D0DD6D-700E-469B-9C72-7F933BE1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04913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1740B5DB-816F-4869-B888-68EE008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63341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помощник по деловой переписке. Напиши вежливое сообщение с просьбой перенести завтрашнюю встречу с 15:00 на 16:00. Дай версии на казахском и русском языках. Каждая версия должна содержать не больше двух предложений.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262E9E-F660-4D10-BAC3-9AF84E12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2031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FA06C87-BBFD-4BAF-B283-433EFD7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26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14310a1df4e0c"/>
          <a:srcRect xmlns:a="http://schemas.openxmlformats.org/drawingml/2006/main" l="28936" t="0" r="2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1243" y="2877781"/>
            <a:ext cx="4905829" cy="3388246"/>
          </a:xfrm>
          <a:prstGeom xmlns:a="http://schemas.openxmlformats.org/drawingml/2006/main" prst="rect">
            <a:avLst/>
          </a:prstGeom>
        </p:spPr>
      </p:pic>
      <p:pic>
        <p:nvPicPr>
          <p:cNvPr id="27" name="Рисунок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0e2a976564f0c"/>
          <a:srcRect xmlns:a="http://schemas.openxmlformats.org/drawingml/2006/main" l="26226" t="0" r="155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39643" y="2877781"/>
            <a:ext cx="4528457" cy="3388246"/>
          </a:xfrm>
          <a:prstGeom xmlns:a="http://schemas.openxmlformats.org/drawingml/2006/main" prst="rect">
            <a:avLst/>
          </a:prstGeom>
        </p:spPr>
      </p:pic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E607D1A2-1445-28AD-1E35-3C87621E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10312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дата, время, смысл просьбы и вежливый тон?</a:t>
            </a:r>
          </a:p>
        </p:txBody>
      </p:sp>
    </p:spTree>
    <p:extLst>
      <p:ext uri="{BB962C8B-B14F-4D97-AF65-F5344CB8AC3E}">
        <p14:creationId xmlns:p14="http://schemas.microsoft.com/office/powerpoint/2010/main" val="801445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117D4DA-E39F-4D71-8B53-39FF54C7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8526F6E-C854-4EF3-A9D5-61F4281B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ответ не подходит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1245AAA-EE0E-446D-AA98-937A27EB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EE9B5D0-CD5A-4E95-B048-16B58B35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240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«Мне нужен только текст сообщения»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FED2C29-1885-4E61-A712-A6D8D6C2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ACDB5FF-9494-449D-BBD7-111D79E3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«Перепиши короче и проще»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555B43F-570A-44D2-85B4-96BFB59D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4A0F9EB-4BBD-4EF1-9812-21BF9232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«Дай два варианта: официальный и неофициальный»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90BACE4-96AC-431C-B8E3-27095698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AC3DC10-2311-4755-B272-709CEF0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«Убери информацию, которой нет в исходном тексте»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0B440E-03F0-46C9-BA27-CFD5C5AD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266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67904C9-DFB9-48A2-A713-DF95F31F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тема изменилась, начните новый чат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2E03B09E-7F03-4F29-A668-179C7850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Хороший результат часто появляется после уточнения запроса.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A3AC1FD-173D-4A6C-B25B-B619DF0E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08685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FBAEE076-B5D3-4A0F-B1AD-5ADD7EF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ИНСТРУМЕНТЫ ИИ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2EB6B37-CF66-4E39-BD21-F01EB8C8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Порядок знакомства с сервисами 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2003FDC-6551-469D-86D2-883517A8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B8F238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434EE8-B890-403E-B000-F515F010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260431C-A73D-4379-B3FD-6ACD3FEA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ChatGPT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FC64620-3E1D-41C3-8E3C-0BF593F5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BB7A9B3D-205C-43AE-A5A0-D1CB0840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847673A-4254-4A5F-A9CC-FFF2912F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Gemini</a:t>
            </a: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D08D9E9-6F13-417E-826B-F327A031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E116ED0-776E-4553-BE5D-4F7A07EA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8A918CB-4E40-44A0-A5E1-8CB913E0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Perplexity</a:t>
            </a:r>
          </a:p>
        </p:txBody>
      </p:sp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06D373E-AE48-43A1-94EF-94AA286F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D901FD3-AB79-4571-BC7D-ACE1D129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E790C890-B540-4C0D-8D0D-700F2FE3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Grok</a:t>
            </a: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114BCA9-33E3-4EE0-B9AA-137C49B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81250"/>
            <a:ext cx="180975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2230"/>
          </a:solidFill>
          <a:ln xmlns:a="http://schemas.openxmlformats.org/drawingml/2006/main" w="9525">
            <a:solidFill>
              <a:srgbClr val="1B22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3B32E8FD-44BC-409F-A778-C294EC5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24125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53C9D436-0484-4481-B8A7-D51BBF08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Gamma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ACACE33-6714-4252-8E43-DF4F9C0D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Каждый сервис: назначение, запрос, ответ на экране, проверка</a:t>
            </a:r>
          </a:p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7532AC93-5E43-474E-BAB1-D1BAECA4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639215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9FE79CE6-F702-4D5E-AE3B-AD27D0A5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E760FCC-D0B4-4D31-A8CE-3B9CE3D9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Gemini?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D7FF49A-407D-4288-AF7A-3A07C856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6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помогает работать с текстом, изображениями и файлами, разрешёнными к передаче.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9C609A5-4F16-4C6A-9662-3CCC63C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18970CE-1882-43F4-BBDB-4ACB557C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Кратко изложить главную мысль документа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E6742D1-E826-49DC-A988-69BF3F2A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4188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C7259C9-E008-46D4-89B7-5674D36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4188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Объяснить текст на фото или скриншоте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E923C0D-A5B5-41D8-AB0C-572B1DBB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67125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3CC286-FBAE-4A7D-8705-2C9174DE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Проанализировать данные таблицы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08CCB1FC-415F-4B66-BF8F-28C74084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0063"/>
            <a:ext cx="26670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FB92E0C-998B-40D1-9394-A3C0EEF6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0063"/>
            <a:ext cx="9925050" cy="642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текст на казахском и русском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9B3F015-2EFA-431A-9A3A-0EEFA52B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Внутренние и конфиденциальные файлы не загружаем в открытый сервис.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782585D-B0DF-4DD7-ABE7-3006B072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168827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285B118-3D66-4B02-ABC2-E4F712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528EE17-1516-49C3-96D2-6C9B3F5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Начальный экран Gemini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37e01cb2a47c9"/>
          <a:stretch xmlns:a="http://schemas.openxmlformats.org/drawingml/2006/main"/>
        </p:blipFill>
        <p:spPr>
          <a:xfrm xmlns:a="http://schemas.openxmlformats.org/drawingml/2006/main">
            <a:off x="2699808" y="1381125"/>
            <a:ext cx="6773333" cy="3810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6C71436-3222-4B79-91AD-73D9AF69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Кнопка «+» позволяет добавить разрешённое фото или файл.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43991F8-D118-4D12-AF4F-8FD18BD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997650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9F62C01-79C2-4428-A304-93853BA3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CFEA92-386B-4D51-83EE-A2A49E70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запрос для таблицы Excel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DA8F25E-1AAF-4DDF-AFC3-EF3AA810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В файле только вымышленные учебные данные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10B79C3-6BD0-4CC9-9047-9D93E53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4796064" cy="3122386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8E609B-ACA9-4FEA-BE8B-71004079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4E5F42E-6005-43C4-B986-1E96AE49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36" y="2171700"/>
            <a:ext cx="4151086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07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Проанализируй всю учебную таблицу из 300 строк. Посчитай строки и уникальные ID, количество по статусам. Покажи незакрытые строки с просрочкой на 15.09.2026, повторяющиеся ID и строки без ответственного. Опиши правила расчёта.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CE3EDAA9-5E6A-4DD1-B8C5-4E892AE7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pic>
        <p:nvPicPr>
          <p:cNvPr id="18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f75a11ab74dde"/>
          <a:stretch xmlns:a="http://schemas.openxmlformats.org/drawingml/2006/main"/>
        </p:blipFill>
        <p:spPr>
          <a:xfrm xmlns:a="http://schemas.openxmlformats.org/drawingml/2006/main">
            <a:off x="5559878" y="1608364"/>
            <a:ext cx="6606113" cy="3505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6142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4A4C892-ED8B-49CF-B970-5DEBB858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BEABD2E-392B-4BB0-B947-3C97F20D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запрос на экране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6be82b599e4d7d"/>
          <a:stretch xmlns:a="http://schemas.openxmlformats.org/drawingml/2006/main"/>
        </p:blipFill>
        <p:spPr>
          <a:xfrm xmlns:a="http://schemas.openxmlformats.org/drawingml/2006/main">
            <a:off x="1238250" y="1510194"/>
            <a:ext cx="9715500" cy="3456613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38DB57F-E9B6-4BA9-90D7-AF8CA5D5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00638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 запросе указаны исходные данные, дата расчёта, нужные показатели и формат ответа.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998CEE8-061D-4CFD-9DA8-7EB5A67F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540673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BEFB714-E475-4B20-ADA8-B4ADC6A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16550A-ED80-4FC7-AC76-B9A97998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полученный ответ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de91908b64d51"/>
          <a:stretch xmlns:a="http://schemas.openxmlformats.org/drawingml/2006/main"/>
        </p:blipFill>
        <p:spPr>
          <a:xfrm xmlns:a="http://schemas.openxmlformats.org/drawingml/2006/main">
            <a:off x="3100234" y="1381125"/>
            <a:ext cx="5991532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A77FD2F-AB2F-4D48-840B-16D8E47D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Проверка: подтвердите один повтор ID и одну просроченную строку с помощью фильтра Excel.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F442B26-D452-4EFD-A37B-19A2CD30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53643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76F75F17-783A-4D8C-8E53-2867F5C3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5082292-DD91-406B-A292-48D86865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Perplexity?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71F423A-86E1-4E6E-9E94-87C1A704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ищет информацию в интернете и показывает ссылки на источники, использованные в ответе.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1DE911-7BE0-4BC0-B67E-3BA77576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1B6C65-D822-4825-A565-B5C35186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Найти актуальные правила и требования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1040BAC-E6DE-45D0-A6A9-953CBAF2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1FC1E3DA-D510-4E2F-AF2C-CDA52DC4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Сравнить варианты по официальным данным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62DA809-4B89-4FB8-B569-B2FA757C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AD49BAA-444D-4C45-A014-5120BB49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Увидеть, с какого сайта взята информация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56360E5-2D8E-4296-9B7D-752F924D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2CB3190-56BF-4B99-95AE-9A759B0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Открыть источник, проверить дату и текст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9D5305A-FB76-4B04-AC53-46697643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Ответ со ссылками тоже нужно проверять.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93CBE7-216A-4179-B413-7031FB8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59859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A003AB8-F781-4BBF-95A5-04FA838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8C8148-0ACB-4D4B-A1B5-3CC7873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сравнение правил ручной клади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26D0AFF-26FE-4A2D-B0CE-ABB6B1C6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Пример веб-поиска для повседневной задачи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E6CC06C-642C-4042-9FB1-45F8531D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542FC0-0A1B-4F21-9550-390ED15E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5E2D449-3D0F-4BC4-AA6A-805A6063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Сравни правила бесплатной ручной клади Air Astana в экономклассе и FlyArystan на 15.09.2026. В таблице укажи вес, размеры и число мест. Используй только официальные сайты. Для каждого факта дай ссылку и дату проверки.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57BC7F6-EFAC-4C90-A49C-A5F53E42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E12F0E4-AB76-4881-A1C3-E1F9B801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652668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0884CE5-9EAF-4B62-BC9E-72B65657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64D1DDD-9445-4A7A-A865-91093B6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скриншот ответа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9107F62C-07C9-4B8A-92ED-C959D510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09" y="588645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Перепроверьте цифры из ответа на официальном сайте авиакомпании.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29AE9DF-7828-4FE7-8454-3A71699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22</a:t>
            </a:r>
          </a:p>
        </p:txBody>
      </p:sp>
      <p:pic>
        <p:nvPicPr>
          <p:cNvPr id="11" name="Рисунок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b019a07ab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6734" y="1170967"/>
            <a:ext cx="7772400" cy="44678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7719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CB4FE26-B241-4305-9183-07E65480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D4FACB-259E-4A87-92FD-7D6D3162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проверка источника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проверяем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Вопрос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Сайт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Это официальный сайт авиакомпании?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Дата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Когда обновили правила?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Тариф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Относится ли правило к экономклассу и нужному тарифу?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Размеры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Указаны ли вес, размеры и количество мест?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Противоречия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Есть ли на другой официальной странице иные правила?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477EAEF-A0BD-48FD-B70E-215045E4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Перед покупкой ещё раз проверьте условия конкретного тарифа.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80F09A7-7AE9-4D0F-9ACB-107D1FBD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1257845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6F21D4F-AA1A-4AB6-9BFB-1A8B4F9D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DBD1D26-9D37-4807-96DA-E0A86293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нужен Grok?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44B7CFD6-AB60-4EE3-A3C8-81BD9087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можно использовать для ответов на вопросы, обсуждения идей и ролевых диалогов.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FD5A353-0586-4218-8B2F-CDE15CFA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5B88FDA-F7B6-4D53-A210-47BD98A8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Потренировать разговор о приоритетах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4F684B1-A63F-42D6-80EF-1EA8E47A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53D4216-6932-40E0-AB44-845F2838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короткий вариант сложного разговора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D21D4B1-B0FE-46BE-B65A-CC86354C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656DE22-9153-4C42-8456-5616A8A8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Адаптировать план к новым обстоятельствам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754B2776-48C7-457C-A2C8-271730EA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0A50B6-43B0-46D1-A1BE-1BB51360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Обсудить информацию из интернета и публикаций в X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9E98E0B5-D43A-4CCD-AA43-6EE08362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Мнение в открытой публикации не считаем официальным фактом.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3044DA-430A-407F-8A4F-1F0A3FE9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5315884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B2EB725-A3ED-41F1-9D09-001926A1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CC5842D-5503-46DE-BEAE-D0B1890B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Начальный экран Grok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e17a6d72543a7"/>
          <a:stretch xmlns:a="http://schemas.openxmlformats.org/drawingml/2006/main"/>
        </p:blipFill>
        <p:spPr>
          <a:xfrm xmlns:a="http://schemas.openxmlformats.org/drawingml/2006/main">
            <a:off x="3035015" y="1285875"/>
            <a:ext cx="6102920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19E40B9-42CD-4C80-A89D-852C324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673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Поле ввода находится в центре. Интерфейс со временем может измениться.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19E379C-38B6-46CC-8D5B-EA9878C2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27132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2B8D22-0A07-4BDA-B38D-BD2225B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FB61E2E-091D-4BAE-8313-FC30235B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согласование приоритетов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EBACB2E-6228-40F8-BB24-DFD715A3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На 12 часов работы есть только 8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FC58F8-6AE6-4CFC-BFBA-E2FF6C5D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7108020-EF26-425D-878A-70F709BB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4430F77-BC51-40AA-92AF-4A87885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руководитель, я сотрудник. На отчёт нужно 5 часов, на сравнение заявок 4 часа, на письма 3 часа. Рабочий день длится 8 часов. Задавай вопросы по одному и помоги спокойно согласовать приоритеты. В конце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87BFA86-732A-4BF3-BB9E-47394859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3ED23FD-ECB3-4C68-ACA3-417C6FFB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267767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CD53AFB7-9CA1-4CE4-B950-2BEC11E8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991FE9D-29F3-4D33-9E50-A79A714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результат диалога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E35A4C3-4BB1-462C-9977-3584DEF5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B108F77-7D83-4764-9A83-92EBF3EE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FC59F9D-70B9-43A5-8DD5-6192D309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Вопрос Grok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01ACE2D-42CF-4E67-A1F0-511A41B7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Какой результат сегодня важнее всего для руководства?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C92145B-C6F6-4BBB-A1D4-9F741E4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Сотрудник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7D758CB-EC4A-40FE-8375-EB7B5F56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Отчёт нужно закончить сегодня. Сегодня могу разобрать половину заявок.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1C4BF85-69AE-40F9-A42C-20A43C8F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Предложение Grok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CACBBF4-5246-438F-92AB-5D0C1633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часов на отчёт, 3 часа на важные заявки. Согласовать перенос писем на другое время.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45FB3FB-A5A6-4D01-9E06-712168C0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Следующий шаг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A0A8F7-3EFD-41BC-8394-2665B51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Уточнить с руководителем сроки и возможность перераспределить задачи.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0AF7723-9E8B-4903-B0D5-68C03C59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5 + 3 = 8 часов? Нет ли невыполнимых обещаний?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43B4D32-4D94-41F7-8B89-CE7D47C0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2480124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C4C5B50-1260-4EFD-9446-3A20602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7194B95-08F0-41FE-A3AD-C1A8921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Для чего нужна Gamma?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E4992B5-BD56-4DBE-A35F-53BD591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помогает подготовить структуру и оформление презентации на основе проверенного текста.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9B49026-7A73-4571-8C2C-C2982475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E30872F1-212F-4513-A79F-79C7163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765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Разделить текст на слайды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176B747-79BE-45D2-AFAF-82F932C6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E62AD56-B5D1-47C0-9BB5-4CA3A038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Предложить заголовки и краткое содержание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CC67740-87AE-4369-AC20-833D08DE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0805C91-B080-4442-841B-95965269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Выбрать начальный визуальный стиль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4D2FC917-FDF2-4BCF-B651-98BA2702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66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CBBA027-8DA4-4469-A068-8F667A9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Экспортировать материал и доработать вручную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32289CB7-C7EB-4137-BB16-7CE3CDB0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Автор презентации проверяет факты, изображения и текст, созданные Gamma.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3E9C05C-4EAA-48A8-8A44-575853CF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1127483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28E9326-88A6-4310-8CDE-6ECF9F7B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46558EC-9D05-4BB0-82FC-BD17250D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запрос для презентации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163C120-F946-4A99-8FA5-F3F5AB6C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Передаём в Gamma только проверенный текст без конфиденциальных данных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9235C5F3-2EBA-461F-9CF4-F73F609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A412DB3-1388-4E1F-BC91-22085655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ECB35F4-240E-477D-89B7-4DC236EB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Создай 8 слайдов на тему «Как экономить рабочее время с помощью ИИ» для сотрудников Интергаза. Язык: казахский. Аудитория только знакомится с ИИ. Разделы: что такое ИИ, безопасность, служебное письмо, протокол, Excel, проверка источников, практика, итоги. На каждом слайде одна главная мысль.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40256AB-A579-4775-84BC-0F001B1C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F751404-CA94-414B-978B-9EF25B9B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400340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85E3208-5FEE-4096-938E-39BD4E0D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0A6ABD4-73DB-4638-8647-4E341239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пример результата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a4353acc84eab"/>
          <a:stretch xmlns:a="http://schemas.openxmlformats.org/drawingml/2006/main"/>
        </p:blipFill>
        <p:spPr>
          <a:xfrm xmlns:a="http://schemas.openxmlformats.org/drawingml/2006/main">
            <a:off x="2581666" y="1333500"/>
            <a:ext cx="7028669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8E3B149-4916-4DC6-AADE-77A8EC70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Учебный пример: после подготовки структуры ещё раз проверяем текст, изображения, термины и данные.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D04F98B-8204-47DE-B909-D4D2B09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88341255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59C5625-0E2C-440C-8DAD-767EA1D6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РАЗДЕЛ 1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8CB797-3799-48E5-9616-369A88FD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ИИ в повседневной жизни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27760C4-728E-4846-A5FC-D5B368A3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Поездки, покупки, план дня и материалы для семьи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3507BBE-01FA-4645-8945-533B3158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Цель: точно задать условия и проверить источники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68A02D8-89A4-42AF-867F-B2B32928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820900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6AE4AFA1-60F4-4F73-AF93-33FD0DD1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6602AE3-3080-481B-932F-EE147752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Планирование поездки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3E858B3-D84A-448E-A493-121D97D5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поиска не заменяет проверку при покупке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CC1E44F-5AC1-4766-8736-20B57520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49" y="1809750"/>
            <a:ext cx="11372849" cy="1368879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F1AB5EC-C86E-42C2-9F73-7164ADC4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130273-E3B5-4B4B-9E87-7B771AC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" y="161925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Помоги сравнить рейсы из Алматы в Астану на 25 сентября для одного человека. Мне нужно прибыть до 20:00, нужен багаж 20 кг. Дай таблицу: вылет, прилёт, багаж, полная цена, источник и дата проверки.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0DFD2C4-308F-4422-AC06-6DEBAE6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54829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1970DB5-C649-49A6-B780-5B0B396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0a6e52e9314309"/>
          <a:srcRect xmlns:a="http://schemas.openxmlformats.org/drawingml/2006/main" l="26891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3790950"/>
            <a:ext cx="5055961" cy="231956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3e946abf841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79076" y="3325884"/>
            <a:ext cx="6298623" cy="34828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52005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E400159-7591-4055-87B4-AA97CFFE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A0A6105-DF56-43A8-B72E-558B8064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Сравнение покупок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380BA03-5992-4C4F-A6B4-0300655C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Сравниваем полную стоимость использования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EF8E33C-9145-468D-8F2B-544CB567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63250" cy="17526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EA53009-4986-4A03-ADD5-41BA337D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859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7664FF3-450A-4C14-8A37-95A633D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2954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Сравни два принтера: [ссылка 1] и [ссылка 2]. Я печатаю 500 страниц в месяц. На сайте производителя проверь скорость печати, двустороннюю печать, ресурс картриджа и гарантию. Объясни, какой вариант лучше подходит под мои требования.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D30B7D0-AECE-43AE-A438-25BCF4B1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F36CB13-0802-4560-9F6C-AA1583B6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33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a9e6a72144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1" y="3390901"/>
            <a:ext cx="3644900" cy="3415500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ad3968f364e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51817" y="3219450"/>
            <a:ext cx="5897208" cy="35982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953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C6D0FA3-3FE3-42AF-BB52-AA65BF47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D0A6C60-B9E7-41A3-B448-3F6DAA8E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Планирование дня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003B6B-3AEB-4292-AF7A-B34A9A6A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5136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Сначала ИИ уточняет недостающую информацию</a:t>
            </a:r>
            <a:endParaRPr sz="1350" b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CA3F61F-1607-434F-8154-C052FE99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7086"/>
            <a:ext cx="10763250" cy="1553028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BF7D00CA-B2DF-438D-8C2C-B085B76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430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33F03E-7F3D-419C-8B46-557A956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99936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 10:00 до 16:00 мне нужно купить продукты, зайти в сервисный центр и навестить родителей. Оставь время на обед и запас 30 минут. Сначала спроси, сколько займут дорога и дела. Затем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5AFCB994-5F0A-4EF6-94C6-955AA97C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38BE353-835C-457E-98A6-2EB19F8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34</a:t>
            </a:r>
          </a:p>
        </p:txBody>
      </p:sp>
      <p:pic>
        <p:nvPicPr>
          <p:cNvPr id="20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25770810743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3295650"/>
            <a:ext cx="5835650" cy="3560654"/>
          </a:xfrm>
          <a:prstGeom xmlns:a="http://schemas.openxmlformats.org/drawingml/2006/main" prst="rect">
            <a:avLst/>
          </a:prstGeom>
        </p:spPr>
      </p:pic>
      <p:pic>
        <p:nvPicPr>
          <p:cNvPr id="21" name="Рисунок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fcce5f52d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92900" y="3333836"/>
            <a:ext cx="5322251" cy="35224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3708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547DE0D8-59AA-4387-96DB-3247B02E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0001562-A4BC-4D37-9EFE-C1AE3F62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Объяснение фото или файла</a:t>
            </a:r>
          </a:p>
        </p:txBody>
      </p:sp>
      <p:pic>
        <p:nvPicPr>
          <p:cNvPr id="13" name="Рисунок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a24cffd64435f"/>
          <a:stretch xmlns:a="http://schemas.openxmlformats.org/drawingml/2006/main"/>
        </p:blipFill>
        <p:spPr>
          <a:xfrm xmlns:a="http://schemas.openxmlformats.org/drawingml/2006/main">
            <a:off x="704850" y="1162050"/>
            <a:ext cx="4572000" cy="3044788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FBE23662-DB08-45AD-9E85-DBC86293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62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Пример запроса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66F8B79-3EBE-4145-AFCA-7071841C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33462"/>
            <a:ext cx="4953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«Объясни основную мысль документа простыми словами. Отдельно укажи обязательные сроки и тех, кого они касаются. Для каждого ответа назови страницу или раздел»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70A954-0FA6-40C3-BC81-316DF89F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479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Не загружаем конфиденциальные документы. Используем только разрешённый учебный файл.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1E2103B-DCAE-4931-8DBC-13A4FB9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35</a:t>
            </a:r>
          </a:p>
        </p:txBody>
      </p:sp>
      <p:pic>
        <p:nvPicPr>
          <p:cNvPr id="18" name="Рисунок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9f9208aa94e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73486" y="2976394"/>
            <a:ext cx="6361665" cy="388160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15928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613F062-FAFA-447E-85E2-B47397A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РАЗДЕЛ 2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76550B6-A47A-4AB0-A7CC-1BD35175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Применение в работе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9A60A5A-318D-49A6-BCFD-47BCBEBC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933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Служебные письма, протоколы, отчёты за смену, Excel и технические тексты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C878364-F442-40B7-B5F6-1A465C09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Во всех учебных примерах используем вымышленные данные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259983-CB72-455E-ACFE-4656B435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75905578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1C020B2-FE72-45B7-AC22-0A017F72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59FE84C-D628-471B-866C-60E4AFE9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Служебное письмо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7CE94793-DF98-4D60-B9E6-EAA70A74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Учебные данные без реальных объектов и имён сотрудников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1BA25B9-2328-4787-8590-6FA545D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62C0F01-34EA-46CC-8590-C2FFAFE1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7AAE8F6-FD23-4F3A-98C1-30A9A5F9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опытный делопроизводитель. Техническое обслуживание перенесли с 20 на 25 сентября. Причина в учебном примере: задержка запасной детали. Напиши руководству короткое служебное письмо в официальном стиле на казахском и русском языках. Не добавляй фактов, которых нет в исходном тексте.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910646B4-741F-4358-A91C-569E6299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F5337E-9499-4677-8045-86C97CD2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0929492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5296DDC9-915D-48AA-824A-42455B50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2EB6A89-5572-442D-AF9F-7CEECF9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Результат письма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9302833-1CC1-41B1-AB22-C6C00DB7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EB8D5D9-2AB3-43E9-B17A-0259A71E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A55F29C-5821-4283-84E9-F7432CA2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Тема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D808CAC4-5DBA-42A5-B917-72BCFFF5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 переносе срока технического обслуживания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145242C-D3ED-40DE-9C07-53C21A5C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Основная информация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C24E261-D414-419D-9C96-908B5E1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Срок выполнения работ переносится с 20 на 25 сентября.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17B9C5A5-F185-4BD3-AA67-53943109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Причина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EB7C85F0-7973-4ADF-944C-EB8A51AA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Задержка запасной детали.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40E78A10-2D24-431D-8623-CF30406E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Дополнительная отметка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3285D5B-9862-495F-825A-84CCE9FE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Адресат и отправитель не указаны.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8450EB81-71BE-4E79-B5FB-8BA81529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верны ли даты и причина? Нет ли выдуманных людей или объектов?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37AE86C-2CA9-47BE-8690-B64D60D8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2011964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DD33310-82AF-4718-9B7F-4EB21DD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B43F12-A9AA-4E51-9896-A7AC917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Задачи из протокола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A0258DE-846D-40DB-A232-9BFA12A5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ИИ должен различать принятые решения и предложения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9E00E7F-930E-4368-B214-DE715151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36680B5-1C04-49F8-9E58-4C85AA6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37461BD-B06F-44DC-B0EE-E77B071D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Выдели задачи из текста протокола ниже. Столбцы таблицы: задача, ответственный, срок, статус. Отдельно покажи непринятые предложения. Если человек или срок не указан, напиши «не указано». [ТЕКСТ ПРОТОКОЛА]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0B88C9D-43C5-42F8-B915-ACA9C1BD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0F4410CF-90CC-4E1E-BB91-13436C66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54541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C36EC77-6A84-45D9-B782-384B3B2C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48E2212-8A3D-4653-AEC6-89C25DFC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Результат разбора протокола</a:t>
            </a:r>
          </a:p>
        </p:txBody>
      </p:sp>
      <p:graphicFrame>
        <p:nvGraphicFramePr>
          <p:cNvPr id="12" name="Таблица 9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2190750"/>
                <a:gridCol w="2095500"/>
                <a:gridCol w="238125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Ответственный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Срок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Статус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Подготовить программу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Алия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Принято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Проверить звук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Тимур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 сентября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Принято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Забронировать зал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указан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сентября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Нужно уточнить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Список канцтоваров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Марат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указан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Нужно уточнить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</a:tbl>
          </a:graphicData>
        </a:graphic>
      </p:graphicFrame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2DE5FE1A-DF01-4A54-8508-8A26CB5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1076325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33640A80-FCFD-41D8-8CDF-8828FF83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Непринятое предложение: организовать кофе-брейк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5AAFDA7-7D54-4877-ACDF-BE5A0D5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Следующий шаг: подготовить вопросы коллегам по строкам без ответственного или срока.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896AEFA-D2FE-4A30-B2BF-C2DBC96A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50796494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766D458-BBB1-4135-89E2-243669CB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B95FD40-F3D9-4858-8ABB-712EE0AA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Отчёт за смену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AF2210A-4B09-4E88-A01B-41B46865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не заменяет исходную запись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1D896FD-424E-41FA-8ADD-9E46F0C1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7DA0679-D63E-4654-8A2A-13E1F0EF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AB5CF58-7164-42DE-AE53-5A186C92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Раздели эту вымышленную запись о смене на четыре раздела: основные события, выполненные работы, нерешённые вопросы, задачи для следующей смены. Не меняй время и названия объектов. Если данных мало, отметь «нужно уточнить». [ЗАПИСЬ О СМЕНЕ]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E584A4F-B1A8-41A3-9D92-6B761589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5A15DA0-0033-424B-811E-F5AA62C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9630926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4EC181F-ECC6-46F3-BAF7-CF841394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49D5986-4275-420C-BB63-E2412F91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Структура отчёта за смену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D9B05B2-85F2-413F-ABF3-576CB4D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5BA4C1C-1B27-4DDC-97EF-0EC1C71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E5E3C08-B155-4D26-B8F7-00232B8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Основное событие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5CC14345-5CE1-482B-BACD-65AF8062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 14:20 на учебном объекте проверили показатель давления.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F91F0D8-B565-4DE5-982C-B7F912F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Выполненная работа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07963CE-52D6-4F8F-9EBD-BE4A9DA7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Измерение повторили и сделали запись в журнале.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298359A-CAFC-458B-A47B-D42C88C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Нерешённый вопрос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4661EE5-D619-4267-B900-C107F58C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Время следующей проверки не указано.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77D379A-EF8B-4CB9-9D34-D224F22D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Следующая смена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8AD4C8E9-F244-41BA-A1A1-DF538803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Уточнить время проверки у ответственного специалиста.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1C2A44C2-4E7C-4236-8B1F-A73EF257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есть ли каждый пункт в исходном тексте? Сохранён ли технический смысл?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AA9CE928-2871-412B-BA6B-A789576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80419796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9001416-CAE0-420A-8843-E12F7166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719FB91-AC29-494F-8B60-86D24E64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Данные Excel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408fe73dc44a0"/>
          <a:stretch xmlns:a="http://schemas.openxmlformats.org/drawingml/2006/main"/>
        </p:blipFill>
        <p:spPr>
          <a:xfrm xmlns:a="http://schemas.openxmlformats.org/drawingml/2006/main">
            <a:off x="1713169" y="1381125"/>
            <a:ext cx="8746611" cy="390525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716B2C1-F6B1-4ED8-9D31-EC887B43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Учебный файл: 300 строк. Реальных служебных данных нет.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20EC35A5-7A41-4F56-8609-E479A32A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97022172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0B9BC53-0D3F-49D7-9A89-CC8E1D1D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6413F5C-842E-47F8-92D8-0C99CC5C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Запрос для Excel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CA4E98FC-8708-4B69-ABDB-F7890FFF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Передаём весь диапазон, включая строки за пределами экрана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DC72497-A590-4574-942D-1E16581B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F6F2DB0-FB33-43B5-886E-EED68FC1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AD2A0CC-DFA9-4759-ADE0-87135E03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Проанализируй всю учебную таблицу из 300 строк. 1) Посчитай строки и уникальные ID. 2) Покажи количество по статусам. 3) Найди незакрытые строки с просрочкой на 15.09.2026. 4) Покажи повторяющиеся ID и строки без ответственного. Опиши правила каждого расчёта.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4C3164-95FC-487F-9735-C2A02ADE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1F33795-2B14-4815-AEE0-F5B0A396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89550011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C08E3DB-EBDC-4BF2-9031-F1A2D2DE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DC3EAFF-D500-4760-8ECB-F61FEC1F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Результат анализа Excel</a:t>
            </a:r>
          </a:p>
        </p:txBody>
      </p:sp>
      <p:pic>
        <p:nvPicPr>
          <p:cNvPr id="10" name="Рисунок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f788981ac4f9f"/>
          <a:stretch xmlns:a="http://schemas.openxmlformats.org/drawingml/2006/main"/>
        </p:blipFill>
        <p:spPr>
          <a:xfrm xmlns:a="http://schemas.openxmlformats.org/drawingml/2006/main">
            <a:off x="3177048" y="1381125"/>
            <a:ext cx="5837903" cy="3619500"/>
          </a:xfrm>
          <a:prstGeom xmlns:a="http://schemas.openxmlformats.org/drawingml/2006/main" prst="rect">
            <a:avLst/>
          </a:prstGeom>
        </p:spPr>
      </p:pic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E7E3430-2048-4A3A-AA68-89C81246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Результат: 300 строк, 298 уникальных ID, 75 просроченных строк, 10 строк без ответственного. Повторяются Z-007 и Z-014.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D31A196-C00B-4499-BC69-F659DC2E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680719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6D7AFD-77FE-43DB-9302-774E88B8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8202388-6093-4254-A8FC-80E9E133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Действия после проверки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F2AA566-0EA9-4F32-8E5F-83743FEC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13D570E-8091-4328-ABAF-9D65A616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19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Выяснить, почему повторяются ID Z-007 и Z-014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FFE22D4D-E600-440A-B26F-684D3888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DD5DB1F-E7A3-46FC-A53A-4D32175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Уточнить ответственных в 10 строках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7E649416-F88B-4981-8571-E6DCF98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75C62A4B-474F-4397-BB7F-C44568FB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Обсудить 75 просроченных строк с владельцами задач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63F1C50-01FA-42FE-9730-8100450D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6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B918069-E8E7-41F1-A4BA-D26D70B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9925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Сохранить в отчёте правила расчёта и дату проверки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14B11D04-3A3A-404A-B18F-653B3CDE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ИИ предлагает действия на основе проверенных данных. Их выполняет человек.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56888140-58B6-498B-AC8D-559C030D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53948967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4EBC5B81-C260-44BD-A988-7D755283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29F37B9-9B13-40D3-A9F5-619F31F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Техническая инструкция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085FDE0-CA43-4D87-8769-7E62BA96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При сокращении сохраняем смысл требований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2ED903C-953E-4CB7-8EEC-2BBB8B9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E8C8E96-6B04-4107-A6B0-6024C23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8250D99-C9EE-4A16-85E9-74F479B6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Объясни простыми словами разрешённый отрывок учебной инструкции. Отдельно перечисли обязательные требования безопасности. Для каждого пункта укажи раздел документа. Не меняй технические термины. Если требование непонятно, не делай предположений. [ОТРЫВОК]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3613512-B610-462C-A3F7-31C48321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36E846F8-BFDF-4E1E-8944-DDE657DC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11052439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D164923B-AA1A-4FAB-9170-8CEA18E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6D29102-9E2C-48E9-A466-F66C970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Результат разбора инструкции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0DAA7B9-C1A6-49AB-A2DC-D4C94D1E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"/>
            <a:ext cx="10763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DDCB6A-87D1-46CE-89C4-72260F38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906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УЧЕБНЫЙ ПРИМЕР ОТВЕТА 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C8D118D-B108-4C1C-8D86-407AF532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Основное требование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E4113C67-1B29-46C9-B7E8-42F77750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До начала работ ответственное лицо проверяет разрешение.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0D0099B-18DC-4538-BADF-DCEBE385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Безопасность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ECFBF15-8AB4-45A0-9C48-86899BA8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52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Средства индивидуальной защиты применяют по разделу 2.1 учебного документа.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E3C0F46B-848F-47DD-A89F-90999AFE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Запрет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C2DB1B8-F288-425C-BBA8-BE50649C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Действия без разрешения запрещены, раздел 2.3.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54386CF-3190-47CC-8E30-966535C0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Неясный момент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BE0BCBB4-DE3B-4B7E-AFE3-60241428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576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Частота проверок в отрывке не указана.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F72AB3D2-585C-47F4-8925-5CDB0493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номера разделов? Сохранились ли обязательные требования?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1BE7874-6350-44A6-8590-73E8543B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68720436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0FD0F64-7D27-482F-A0B4-C37F638B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BFFEF60-9B21-4CF4-8861-75437EBF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6. Текст на казахском и русском</a:t>
            </a:r>
          </a:p>
        </p:txBody>
      </p:sp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2BF11EC-FD3D-4925-9C96-CA20AB9A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7D485B4A-8B79-4C28-A0A0-E06B531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476375"/>
            <a:ext cx="5095875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AAA9BB3-8DE3-494A-998D-E4F227A6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Қазақша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CC35BDE4-9F33-4C62-9810-B8C3FB3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Техникалық қызмет көрсету 25 қыркүйекте жүргізіледі. Жұмыс аймағына кіру уақытша шектеледі. Қосымша ақпаратты жауапты бөлімнен алыңыз.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A76FA3BA-65E5-46BF-A5CE-59D5FAC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14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Русский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904833A-12B8-47D0-A558-9E27918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38375"/>
            <a:ext cx="438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Техническое обслуживание состоится 25 сентября. Доступ в рабочую зону будет временно ограничен. Дополнительную информацию уточняйте в ответственном подразделении.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BD6AFE3-A506-4A2A-89B8-1863E05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Проверка: совпадают ли дата, ограничение и действие в обеих версиях?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4A48FE8-FB65-40CF-9898-D469BCEB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53777381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87CCF88B-DB0E-49B1-9FBA-5CF68FA9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E3F932C-3A4A-4D14-9DF0-AAA301D7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7. Презентация из текста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E94DC12-2EC5-4013-B8D9-A4D73BB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76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C05B312-D423-4CB1-894E-B05A93FA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Подготовить проверенный текст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99575C1-6642-4EF2-80A2-9DE8FC0C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DDE3875-28BD-4CCF-A202-1B78998C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Указать аудиторию и цель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4DECCFC-3759-4709-99AF-F041B9ED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3C0213E-2BF5-4A44-AE29-90FA001F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384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Запросить структуру из 10 слайдов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76F3D20-0822-4860-917D-A264840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9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2BFF705E-5FA0-4F4D-8EB9-F1511A65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1952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Сократить текст каждого слайда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A149209-7046-4D80-9BC5-34E2A0F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D7BAAC02-DBBA-4A0B-B77A-7988904D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005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Проверить факты и оформление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9AF3C79A-C2C9-4800-88EA-59A278D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Запрос: «Составь по этому отчёту структуру из 10 слайдов для руководства. На каждом слайде одна главная мысль»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E729F42-6CAA-4D36-9385-4C952FF1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50</a:t>
            </a:r>
          </a:p>
        </p:txBody>
      </p:sp>
      <p:pic>
        <p:nvPicPr>
          <p:cNvPr id="31" name="Рисунок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ed144df3f44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71885" y="1271852"/>
            <a:ext cx="6473372" cy="36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3269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07AE2FE-36E7-4EFC-AFAE-B39E0F46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CD6319B-2781-4E46-BDCC-D5EAC187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Учебный тест по безопасности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491DFDC-A924-4F70-A476-D5C45861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Тест опирается только на утверждённый учебный материал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3F65AE6B-DCB0-435B-AEAF-7E92B3FA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DFA6A25-AF92-4A99-8CA3-398BF8AA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6E6CA49-CC34-46B9-8105-CFE3C053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По учебной инструкции составь для сотрудников 8 ситуационных вопросов. В каждом вопросе 4 варианта ответа. Правильные ответы и короткие объяснения вынеси в отдельный ключ. Не добавляй правил, которых нет в документе. [УЧЕБНАЯ ИНСТРУКЦИЯ]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0E5685-7FCF-435B-99A8-07BD43AE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1020F17-2EB8-4403-846B-E387D33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06034534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7ABD731-50DC-4B11-8F71-0D04B0D0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РЕЗУЛЬТАТ НА ЭКРАНЕ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1B5D0EE-5E9A-4EDF-8EA4-DA3BFFF3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Пример вопроса теста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58E636C-A6E2-4055-9E28-DA2D1A6F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Ситуация: в рабочей зоне заметили незнакомый запах. Что сотрудник должен сделать первым?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4F9704B-C842-4804-BD7A-9DEE4D63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7066E6B-B450-4723-8E6D-728802B7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812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A. Продолжить работу</a:t>
            </a:r>
          </a:p>
        </p:txBody>
      </p:sp>
      <p:sp>
        <p:nvSpPr>
          <p:cNvPr id="6" name="Скругленный 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1BCE6E9-D71D-4B33-9BED-3FD5CD21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DF2E3"/>
          </a:solidFill>
          <a:ln xmlns:a="http://schemas.openxmlformats.org/drawingml/2006/main" w="9525">
            <a:solidFill>
              <a:srgbClr val="8FCF2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E422BC9C-63A0-4F41-8C98-09AF003A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B. Остановить работу и сообщить ответственному лицу по утверждённому порядку</a:t>
            </a:r>
          </a:p>
        </p:txBody>
      </p:sp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C9DCB2B-F5DB-4C47-969B-BB943B11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290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71CFEEC4-08CA-4BB1-B51C-C0F800B7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766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C. Провести самостоятельную проверку</a:t>
            </a: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BF0315C-49C6-4776-88BF-43AE600F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76725"/>
            <a:ext cx="1028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C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853740C-BA5E-40B0-AF95-4BEF723D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D. Проигнорировать информацию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D0D6524-B0E1-43A4-9441-5F79689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Ключ: B. Обоснование нужно проверить в соответствующем разделе утверждённой инструкции.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7746C0C-DDB1-45B4-BA0C-6AE9E609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31432488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FF0A9734-FCE3-4399-9EBB-3024703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2F58880-FF51-4338-B4E6-C157F467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9. Согласование приоритетов</a:t>
            </a:r>
            <a:endParaRPr sz="2550" b="1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73DA507-3D71-4382-BD68-B3068256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На 12 часов задач есть только 8</a:t>
            </a:r>
          </a:p>
        </p:txBody>
      </p:sp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CF9BF6C-579C-4BCE-90D4-703C4565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763250" cy="304800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E1420"/>
          </a:solidFill>
          <a:ln xmlns:a="http://schemas.openxmlformats.org/drawingml/2006/main" w="9525">
            <a:solidFill>
              <a:srgbClr val="0E14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AC0F3C4-B941-411D-B3FC-A7B7CDBB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C27E64A-8EFD-4F66-A419-8FF2CA07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Ты руководитель, я сотрудник. На отчёт нужно 5 часов, на сравнение заявок 4 часа, на письма 3 часа. Рабочий день длится 8 часов. Задавай вопросы по одному и помоги спокойно согласовать приоритеты. В конце составь выполнимый план.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B22D219-C1EA-4BF9-9B68-5C7DC4E9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Учебный пример. Не вводим конфиденциальные и персональные данные.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6A2679B-AA8A-44D0-AF03-1B4EF21E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88152394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DCBA424-20E1-415E-B624-6E0497F2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84CF4FD-E4BD-4941-A2E3-B548743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Проверка источника</a:t>
            </a:r>
          </a:p>
        </p:txBody>
      </p:sp>
      <p:graphicFrame>
        <p:nvGraphicFramePr>
          <p:cNvPr id="10" name="Таблица 7"/>
          <p:cNvGraphicFramePr/>
          <p:nvPr/>
        </p:nvGraphicFramePr>
        <p:xfrm>
          <a:off xmlns:a="http://schemas.openxmlformats.org/drawingml/2006/main" x="704850" y="152400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28650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Проверочный вопрос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делаем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Откуда взяты данные?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Открываем официальный документ или сайт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 какую дату информация?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Смотрим дату обновления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Это точно есть в тексте?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Сами читаем нужный раздел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Источники противоречат друг другу?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Предпочитаем официальный и более свежий источник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Решение имеет важные последствия?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Получаем подтверждение специалиста или ответственного отдела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4F3C30BD-450D-4AAE-98ED-6C69E84B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Наличие ссылки само по себе не гарантирует правильность информации.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92E48D0-2D23-4B58-B6C4-85DCD8AC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28454997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0B719DA-C648-425B-8DF1-505CF610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71474EA-C9C8-4CAC-86D8-44FFAEF0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Выбор инструмента под задачу</a:t>
            </a:r>
          </a:p>
        </p:txBody>
      </p:sp>
      <p:graphicFrame>
        <p:nvGraphicFramePr>
          <p:cNvPr id="9" name="Таблица 6"/>
          <p:cNvGraphicFramePr/>
          <p:nvPr/>
        </p:nvGraphicFramePr>
        <p:xfrm>
          <a:off xmlns:a="http://schemas.openxmlformats.org/drawingml/2006/main" x="704850" y="1476375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5143500"/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Если нужно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 чего начать</a:t>
                      </a:r>
                    </a:p>
                  </a:txBody>
                  <a:tcPr marL="91440" marR="91440" marT="45720" marB="45720">
                    <a:solidFill>
                      <a:srgbClr val="B8F23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Короткий текст или план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или Gemini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Содержание файла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Основной чат с поддержкой файлов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Актуальные данные из интернета и ссылки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 или чат с веб-поиском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Первый план презентации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Основной чат, затем Gamma</a:t>
                      </a:r>
                    </a:p>
                  </a:txBody>
                  <a:tcPr marL="91440" marR="91440" marT="45720" marB="45720">
                    <a:solidFill>
                      <a:srgbClr val="EDF2E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Повторяющийся анализ Excel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Безопасная среда и проверяемая формула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F0F1AEB-F182-456F-B526-947D8808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140543419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A04CF8F4-1D9F-425D-A535-F1601E5E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5AAA0CF-068A-42C2-AE9F-DC03EF91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Бесплатная и платная версии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F5CA2E0-701D-43E6-A51B-4B0461D0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BF3BA8F6-10AB-4621-BFCC-A8E555AF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66875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Сначала попробуйте решить свою задачу в бесплатной версии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563BD60-B219-45D8-921C-1B328AE9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5063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B2CBDF9-B502-40AB-A613-6FADCE70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5063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Уточните нужную функцию: файлы, веб-поиск, изображения или лимит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FD7D1CF-878B-4428-A19E-7D48B501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373C701-7E96-4EB7-8895-8D6EDCF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Сравнивайте оплату за месяц и обязательства на год отдельно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2CB6BD3-29C2-4685-B56F-BF424F16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1438"/>
            <a:ext cx="26670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7CF682-D339-4300-BBCE-D2F48394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1438"/>
            <a:ext cx="9925050" cy="738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Проверьте дату следующего платежа и автопродление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364A963F-17E1-473B-8CD5-6E67BD2E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Цены и лимиты меняются. Итоговую сумму проверяйте в своём аккаунте.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A0B2822-6A6C-40F0-815C-992E3EA3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48770727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0393AA75-09A1-436A-B67D-93385468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ЛИЧНАЯ ПРАКТИКА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8E26DAB-2041-487F-A3AA-E16A653F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Ваша рабочая задача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3CFE9727-AB95-46DA-B466-F9C8988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A622B1E-EE69-40E9-B57E-A91978B1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287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Служебное сообщение или письмо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A20A8DC-5077-4CF2-AD45-141FB920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8AD08B5-B53A-4871-A1F5-AE4EB0B5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Задачи из протокола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3C84B016-0BDD-414B-81B9-06055B94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D2C9C70A-0147-4B91-BDB0-D16A4B12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860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Анализ учебной таблицы Excel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C64D68B9-7D63-401A-9951-857735A9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00A9063-6BFA-4DBA-A031-14EB91EA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Объяснение разрешённого текста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C996CF87-7879-4A0F-8A1C-A7E266B6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66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6B73251-7544-44EB-8490-4ACA6BAE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92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Учебный тест или структура презентации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696F805-52D8-4D20-8F38-54001901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Выберите одну задачу. Удалите конфиденциальные данные. Проверьте и сохраните результат.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21538131-DF0C-4BFA-BD00-42E83B59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27818919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0229482-2559-4647-8F2B-D2B9E0EC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0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18D231-0227-4C80-A6CC-3C74A67F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Готовый шаблон запроса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AB86EEF7-9CAD-4A57-8ABC-F18AB1B3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811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5A5F09D5-869E-4748-BF72-0297C7CD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811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Мне нужно: [задача]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AEAE472-C268-4246-ADBD-0A240E53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2C4CBB9-BB1A-4017-A693-D691054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859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Исходные данные: [текст без секретов]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040D9B2D-DA04-44CC-85BF-BC4A6B98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90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9AAD031-AAE2-4DD1-90EA-AC5F5A49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908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 ответ в формате: [таблица, письмо, план]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877F5B0-59AB-4479-BF0A-C5779A87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5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FC1E5C9-CA87-485C-9A98-8622AE94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956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Язык и объём: [требования]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77C2E2B0-A2CB-432E-8716-3E40A249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019FF52-07EF-41A6-8806-D76A1630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 добавляй информацию, которой нет в тексте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655D46FC-BA21-4C5F-B9ED-920F4F0E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053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CB5FC0A4-4625-4D6C-9D6C-389E5F4A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05375"/>
            <a:ext cx="942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Если данных мало, сначала задай вопрос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195FB2B3-9A84-46F6-B41E-713D4A5B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33107474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E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3A57FB84-ABE5-4254-918A-2A7A4945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шагов для применения завтра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D01B601-B1B0-43BB-A823-BC75DF81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0B693CF-77F6-4D01-9117-48B69C37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716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Выберите безопасную задачу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E2353E09-2482-47FC-9350-0897C644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7269AEFD-B570-44D7-8911-B419EE76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526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Напишите точный запрос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C37BF38-1B2F-45B5-BF9B-0FF5E667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CB223A27-DFF0-4A0F-A0F1-F5BE0A83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337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Проверьте ответ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57DEC2D-01D7-4FE5-9448-DB8BD659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1477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55EBA15-C606-4C09-8224-3A0C2A60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 необходимости уточните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BD19C1C6-18DB-406D-865B-9151E631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95825"/>
            <a:ext cx="428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B92C730F-6F52-4E5B-BCBC-ED29C5E0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9582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Готовый результат утверждает человек</a:t>
            </a:r>
          </a:p>
        </p:txBody>
      </p:sp>
      <p:pic>
        <p:nvPicPr>
          <p:cNvPr id="28" name="Рисунок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7eb2fab124050"/>
          <a:stretch xmlns:a="http://schemas.openxmlformats.org/drawingml/2006/main"/>
        </p:blipFill>
        <p:spPr>
          <a:xfrm xmlns:a="http://schemas.openxmlformats.org/drawingml/2006/main">
            <a:off x="9525000" y="1809750"/>
            <a:ext cx="2000250" cy="2000250"/>
          </a:xfrm>
          <a:prstGeom xmlns:a="http://schemas.openxmlformats.org/drawingml/2006/main" prst="rect">
            <a:avLst/>
          </a:prstGeom>
        </p:spPr>
      </p:pic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074DC7D4-D7E3-4072-814C-11410C6B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Материалы: nursultannurmukhamet.github.io/ai-masterclass-materials/</a:t>
            </a:r>
          </a:p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5D89DA7-2F09-4779-BC6F-BE2BAD6D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79" lnSpcReduction="1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2927971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2026-09-21T09:59:59.4520000Z</dcterms:created>
  <dcterms:modified xsi:type="dcterms:W3CDTF">2026-09-21T09:59:59.4520000Z</dcterms:modified>
</coreProperties>
</file>